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46"/>
  </p:notesMasterIdLst>
  <p:sldIdLst>
    <p:sldId id="256" r:id="rId2"/>
    <p:sldId id="270" r:id="rId3"/>
    <p:sldId id="262" r:id="rId4"/>
    <p:sldId id="310" r:id="rId5"/>
    <p:sldId id="257" r:id="rId6"/>
    <p:sldId id="312" r:id="rId7"/>
    <p:sldId id="324" r:id="rId8"/>
    <p:sldId id="332" r:id="rId9"/>
    <p:sldId id="333" r:id="rId10"/>
    <p:sldId id="319" r:id="rId11"/>
    <p:sldId id="334" r:id="rId12"/>
    <p:sldId id="311" r:id="rId13"/>
    <p:sldId id="337" r:id="rId14"/>
    <p:sldId id="314" r:id="rId15"/>
    <p:sldId id="339" r:id="rId16"/>
    <p:sldId id="335" r:id="rId17"/>
    <p:sldId id="340" r:id="rId18"/>
    <p:sldId id="315" r:id="rId19"/>
    <p:sldId id="338" r:id="rId20"/>
    <p:sldId id="341" r:id="rId21"/>
    <p:sldId id="317" r:id="rId22"/>
    <p:sldId id="318" r:id="rId23"/>
    <p:sldId id="342" r:id="rId24"/>
    <p:sldId id="331" r:id="rId25"/>
    <p:sldId id="343" r:id="rId26"/>
    <p:sldId id="330" r:id="rId27"/>
    <p:sldId id="344" r:id="rId28"/>
    <p:sldId id="348" r:id="rId29"/>
    <p:sldId id="345" r:id="rId30"/>
    <p:sldId id="258" r:id="rId31"/>
    <p:sldId id="260" r:id="rId32"/>
    <p:sldId id="259" r:id="rId33"/>
    <p:sldId id="261" r:id="rId34"/>
    <p:sldId id="347" r:id="rId35"/>
    <p:sldId id="264" r:id="rId36"/>
    <p:sldId id="273" r:id="rId37"/>
    <p:sldId id="266" r:id="rId38"/>
    <p:sldId id="267" r:id="rId39"/>
    <p:sldId id="269" r:id="rId40"/>
    <p:sldId id="274" r:id="rId41"/>
    <p:sldId id="329" r:id="rId42"/>
    <p:sldId id="326" r:id="rId43"/>
    <p:sldId id="327" r:id="rId44"/>
    <p:sldId id="328" r:id="rId4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938" userDrawn="1">
          <p15:clr>
            <a:srgbClr val="A4A3A4"/>
          </p15:clr>
        </p15:guide>
        <p15:guide id="3" orient="horz" pos="2913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9" autoAdjust="0"/>
    <p:restoredTop sz="94660"/>
  </p:normalViewPr>
  <p:slideViewPr>
    <p:cSldViewPr showGuides="1">
      <p:cViewPr varScale="1">
        <p:scale>
          <a:sx n="115" d="100"/>
          <a:sy n="115" d="100"/>
        </p:scale>
        <p:origin x="456" y="77"/>
      </p:cViewPr>
      <p:guideLst>
        <p:guide orient="horz" pos="1938"/>
        <p:guide orient="horz" pos="291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429D7E5D-DB6C-40BC-9554-86434AB091D1}"/>
    <pc:docChg chg="modSld">
      <pc:chgData name="Uwe Ricken" userId="f02567aecbed924b" providerId="LiveId" clId="{429D7E5D-DB6C-40BC-9554-86434AB091D1}" dt="2023-11-29T07:50:19.149" v="3" actId="20577"/>
      <pc:docMkLst>
        <pc:docMk/>
      </pc:docMkLst>
      <pc:sldChg chg="modSp mod">
        <pc:chgData name="Uwe Ricken" userId="f02567aecbed924b" providerId="LiveId" clId="{429D7E5D-DB6C-40BC-9554-86434AB091D1}" dt="2023-11-29T07:50:19.149" v="3" actId="20577"/>
        <pc:sldMkLst>
          <pc:docMk/>
          <pc:sldMk cId="1250137161" sldId="262"/>
        </pc:sldMkLst>
        <pc:spChg chg="mod">
          <ac:chgData name="Uwe Ricken" userId="f02567aecbed924b" providerId="LiveId" clId="{429D7E5D-DB6C-40BC-9554-86434AB091D1}" dt="2023-11-29T07:50:19.149" v="3" actId="20577"/>
          <ac:spMkLst>
            <pc:docMk/>
            <pc:sldMk cId="1250137161" sldId="262"/>
            <ac:spMk id="2" creationId="{00000000-0000-0000-0000-000000000000}"/>
          </ac:spMkLst>
        </pc:spChg>
      </pc:sldChg>
    </pc:docChg>
  </pc:docChgLst>
  <pc:docChgLst>
    <pc:chgData name="Uwe Ricken" userId="f02567aecbed924b" providerId="LiveId" clId="{2201739A-8102-4243-B97C-56B53C0B7825}"/>
    <pc:docChg chg="modSld">
      <pc:chgData name="Uwe Ricken" userId="f02567aecbed924b" providerId="LiveId" clId="{2201739A-8102-4243-B97C-56B53C0B7825}" dt="2022-07-19T05:39:29.489" v="0" actId="729"/>
      <pc:docMkLst>
        <pc:docMk/>
      </pc:docMkLst>
      <pc:sldChg chg="mod modShow">
        <pc:chgData name="Uwe Ricken" userId="f02567aecbed924b" providerId="LiveId" clId="{2201739A-8102-4243-B97C-56B53C0B7825}" dt="2022-07-19T05:39:29.489" v="0" actId="729"/>
        <pc:sldMkLst>
          <pc:docMk/>
          <pc:sldMk cId="1250137161" sldId="262"/>
        </pc:sldMkLst>
      </pc:sldChg>
    </pc:docChg>
  </pc:docChgLst>
  <pc:docChgLst>
    <pc:chgData name="Uwe Ricken" userId="f02567aecbed924b" providerId="LiveId" clId="{BFEEC987-7F33-4FF6-A6F5-9E48C0A7CFEF}"/>
    <pc:docChg chg="undo custSel addSld delSld modSld modMainMaster">
      <pc:chgData name="Uwe Ricken" userId="f02567aecbed924b" providerId="LiveId" clId="{BFEEC987-7F33-4FF6-A6F5-9E48C0A7CFEF}" dt="2022-04-27T06:44:27.741" v="129" actId="2696"/>
      <pc:docMkLst>
        <pc:docMk/>
      </pc:docMkLst>
      <pc:sldChg chg="modSp mod">
        <pc:chgData name="Uwe Ricken" userId="f02567aecbed924b" providerId="LiveId" clId="{BFEEC987-7F33-4FF6-A6F5-9E48C0A7CFEF}" dt="2022-04-26T05:56:42.714" v="7" actId="20577"/>
        <pc:sldMkLst>
          <pc:docMk/>
          <pc:sldMk cId="0" sldId="256"/>
        </pc:sldMkLst>
        <pc:spChg chg="mod">
          <ac:chgData name="Uwe Ricken" userId="f02567aecbed924b" providerId="LiveId" clId="{BFEEC987-7F33-4FF6-A6F5-9E48C0A7CFEF}" dt="2022-04-26T05:56:42.714" v="7" actId="20577"/>
          <ac:spMkLst>
            <pc:docMk/>
            <pc:sldMk cId="0" sldId="256"/>
            <ac:spMk id="2" creationId="{32F2897A-D545-4EF5-ABAC-7E1034FD124D}"/>
          </ac:spMkLst>
        </pc:spChg>
      </pc:sldChg>
      <pc:sldChg chg="modSp mod">
        <pc:chgData name="Uwe Ricken" userId="f02567aecbed924b" providerId="LiveId" clId="{BFEEC987-7F33-4FF6-A6F5-9E48C0A7CFEF}" dt="2022-04-26T05:57:27.956" v="9" actId="790"/>
        <pc:sldMkLst>
          <pc:docMk/>
          <pc:sldMk cId="0" sldId="257"/>
        </pc:sldMkLst>
        <pc:spChg chg="mod">
          <ac:chgData name="Uwe Ricken" userId="f02567aecbed924b" providerId="LiveId" clId="{BFEEC987-7F33-4FF6-A6F5-9E48C0A7CFEF}" dt="2022-04-26T05:57:27.956" v="9" actId="790"/>
          <ac:spMkLst>
            <pc:docMk/>
            <pc:sldMk cId="0" sldId="257"/>
            <ac:spMk id="13315" creationId="{00000000-0000-0000-0000-000000000000}"/>
          </ac:spMkLst>
        </pc:spChg>
      </pc:sldChg>
      <pc:sldChg chg="modSp mod">
        <pc:chgData name="Uwe Ricken" userId="f02567aecbed924b" providerId="LiveId" clId="{BFEEC987-7F33-4FF6-A6F5-9E48C0A7CFEF}" dt="2022-04-26T05:59:48.030" v="14" actId="113"/>
        <pc:sldMkLst>
          <pc:docMk/>
          <pc:sldMk cId="3512767950" sldId="311"/>
        </pc:sldMkLst>
        <pc:spChg chg="mod">
          <ac:chgData name="Uwe Ricken" userId="f02567aecbed924b" providerId="LiveId" clId="{BFEEC987-7F33-4FF6-A6F5-9E48C0A7CFEF}" dt="2022-04-26T05:59:48.030" v="14" actId="113"/>
          <ac:spMkLst>
            <pc:docMk/>
            <pc:sldMk cId="3512767950" sldId="311"/>
            <ac:spMk id="3" creationId="{00000000-0000-0000-0000-000000000000}"/>
          </ac:spMkLst>
        </pc:spChg>
      </pc:sldChg>
      <pc:sldChg chg="modSp mod">
        <pc:chgData name="Uwe Ricken" userId="f02567aecbed924b" providerId="LiveId" clId="{BFEEC987-7F33-4FF6-A6F5-9E48C0A7CFEF}" dt="2022-04-26T05:59:29.180" v="11" actId="113"/>
        <pc:sldMkLst>
          <pc:docMk/>
          <pc:sldMk cId="645799182" sldId="319"/>
        </pc:sldMkLst>
        <pc:spChg chg="mod">
          <ac:chgData name="Uwe Ricken" userId="f02567aecbed924b" providerId="LiveId" clId="{BFEEC987-7F33-4FF6-A6F5-9E48C0A7CFEF}" dt="2022-04-26T05:59:29.180" v="11" actId="113"/>
          <ac:spMkLst>
            <pc:docMk/>
            <pc:sldMk cId="645799182" sldId="319"/>
            <ac:spMk id="3" creationId="{00000000-0000-0000-0000-000000000000}"/>
          </ac:spMkLst>
        </pc:spChg>
      </pc:sldChg>
      <pc:sldChg chg="del">
        <pc:chgData name="Uwe Ricken" userId="f02567aecbed924b" providerId="LiveId" clId="{BFEEC987-7F33-4FF6-A6F5-9E48C0A7CFEF}" dt="2022-04-27T06:44:27.741" v="129" actId="2696"/>
        <pc:sldMkLst>
          <pc:docMk/>
          <pc:sldMk cId="797114330" sldId="346"/>
        </pc:sldMkLst>
      </pc:sldChg>
      <pc:sldChg chg="addSp modSp new mod modClrScheme chgLayout">
        <pc:chgData name="Uwe Ricken" userId="f02567aecbed924b" providerId="LiveId" clId="{BFEEC987-7F33-4FF6-A6F5-9E48C0A7CFEF}" dt="2022-04-27T06:42:40.390" v="75" actId="20577"/>
        <pc:sldMkLst>
          <pc:docMk/>
          <pc:sldMk cId="1030951228" sldId="348"/>
        </pc:sldMkLst>
        <pc:spChg chg="add mod">
          <ac:chgData name="Uwe Ricken" userId="f02567aecbed924b" providerId="LiveId" clId="{BFEEC987-7F33-4FF6-A6F5-9E48C0A7CFEF}" dt="2022-04-27T06:39:49.358" v="42" actId="20577"/>
          <ac:spMkLst>
            <pc:docMk/>
            <pc:sldMk cId="1030951228" sldId="348"/>
            <ac:spMk id="2" creationId="{3A2CC573-0814-4AF9-9AE0-3AB0DA4EF2F0}"/>
          </ac:spMkLst>
        </pc:spChg>
        <pc:spChg chg="add mod">
          <ac:chgData name="Uwe Ricken" userId="f02567aecbed924b" providerId="LiveId" clId="{BFEEC987-7F33-4FF6-A6F5-9E48C0A7CFEF}" dt="2022-04-27T06:42:40.390" v="75" actId="20577"/>
          <ac:spMkLst>
            <pc:docMk/>
            <pc:sldMk cId="1030951228" sldId="348"/>
            <ac:spMk id="3" creationId="{A24D298C-21B2-4108-90A7-1CF90CEB83D5}"/>
          </ac:spMkLst>
        </pc:spChg>
      </pc:sldChg>
      <pc:sldChg chg="addSp delSp modSp new del mod">
        <pc:chgData name="Uwe Ricken" userId="f02567aecbed924b" providerId="LiveId" clId="{BFEEC987-7F33-4FF6-A6F5-9E48C0A7CFEF}" dt="2022-04-27T06:44:20.437" v="128" actId="2696"/>
        <pc:sldMkLst>
          <pc:docMk/>
          <pc:sldMk cId="4077316102" sldId="349"/>
        </pc:sldMkLst>
        <pc:spChg chg="mod">
          <ac:chgData name="Uwe Ricken" userId="f02567aecbed924b" providerId="LiveId" clId="{BFEEC987-7F33-4FF6-A6F5-9E48C0A7CFEF}" dt="2022-04-27T06:43:01.541" v="120" actId="20577"/>
          <ac:spMkLst>
            <pc:docMk/>
            <pc:sldMk cId="4077316102" sldId="349"/>
            <ac:spMk id="2" creationId="{C3281488-CF43-4B0A-B732-8DBEA5E06F87}"/>
          </ac:spMkLst>
        </pc:spChg>
        <pc:spChg chg="del mod">
          <ac:chgData name="Uwe Ricken" userId="f02567aecbed924b" providerId="LiveId" clId="{BFEEC987-7F33-4FF6-A6F5-9E48C0A7CFEF}" dt="2022-04-27T06:43:52.050" v="125" actId="478"/>
          <ac:spMkLst>
            <pc:docMk/>
            <pc:sldMk cId="4077316102" sldId="349"/>
            <ac:spMk id="3" creationId="{751EBB0B-E41F-4CFA-A8ED-C22CDB3AAE2E}"/>
          </ac:spMkLst>
        </pc:spChg>
        <pc:spChg chg="add del">
          <ac:chgData name="Uwe Ricken" userId="f02567aecbed924b" providerId="LiveId" clId="{BFEEC987-7F33-4FF6-A6F5-9E48C0A7CFEF}" dt="2022-04-27T06:44:14.482" v="127" actId="478"/>
          <ac:spMkLst>
            <pc:docMk/>
            <pc:sldMk cId="4077316102" sldId="349"/>
            <ac:spMk id="5" creationId="{8D0E4945-D788-475B-98CB-7F2699B18A51}"/>
          </ac:spMkLst>
        </pc:spChg>
      </pc:sldChg>
      <pc:sldMasterChg chg="modSp mod">
        <pc:chgData name="Uwe Ricken" userId="f02567aecbed924b" providerId="LiveId" clId="{BFEEC987-7F33-4FF6-A6F5-9E48C0A7CFEF}" dt="2022-04-26T05:57:10.828" v="8" actId="20577"/>
        <pc:sldMasterMkLst>
          <pc:docMk/>
          <pc:sldMasterMk cId="3051925318" sldId="2147483747"/>
        </pc:sldMasterMkLst>
        <pc:spChg chg="mod">
          <ac:chgData name="Uwe Ricken" userId="f02567aecbed924b" providerId="LiveId" clId="{BFEEC987-7F33-4FF6-A6F5-9E48C0A7CFEF}" dt="2022-04-26T05:57:10.828" v="8" actId="20577"/>
          <ac:spMkLst>
            <pc:docMk/>
            <pc:sldMasterMk cId="3051925318" sldId="2147483747"/>
            <ac:spMk id="8" creationId="{00000000-0000-0000-0000-000000000000}"/>
          </ac:spMkLst>
        </pc:spChg>
      </pc:sldMasterChg>
    </pc:docChg>
  </pc:docChgLst>
  <pc:docChgLst>
    <pc:chgData name="Uwe Ricken" userId="f02567aecbed924b" providerId="LiveId" clId="{78C2A01F-C79F-4758-8244-037ED5ACD047}"/>
    <pc:docChg chg="modSld modMainMaster">
      <pc:chgData name="Uwe Ricken" userId="f02567aecbed924b" providerId="LiveId" clId="{78C2A01F-C79F-4758-8244-037ED5ACD047}" dt="2024-04-30T05:45:00.951" v="12" actId="14100"/>
      <pc:docMkLst>
        <pc:docMk/>
      </pc:docMkLst>
      <pc:sldChg chg="modSp mod">
        <pc:chgData name="Uwe Ricken" userId="f02567aecbed924b" providerId="LiveId" clId="{78C2A01F-C79F-4758-8244-037ED5ACD047}" dt="2024-04-30T05:45:00.951" v="12" actId="14100"/>
        <pc:sldMkLst>
          <pc:docMk/>
          <pc:sldMk cId="1293471103" sldId="341"/>
        </pc:sldMkLst>
        <pc:spChg chg="mod">
          <ac:chgData name="Uwe Ricken" userId="f02567aecbed924b" providerId="LiveId" clId="{78C2A01F-C79F-4758-8244-037ED5ACD047}" dt="2024-04-30T05:45:00.951" v="12" actId="14100"/>
          <ac:spMkLst>
            <pc:docMk/>
            <pc:sldMk cId="1293471103" sldId="341"/>
            <ac:spMk id="16" creationId="{D3E9F0A8-909E-41C9-9EDD-11A9FD5F6D98}"/>
          </ac:spMkLst>
        </pc:spChg>
      </pc:sldChg>
      <pc:sldMasterChg chg="modSp mod">
        <pc:chgData name="Uwe Ricken" userId="f02567aecbed924b" providerId="LiveId" clId="{78C2A01F-C79F-4758-8244-037ED5ACD047}" dt="2024-04-29T06:36:42.245" v="0" actId="20577"/>
        <pc:sldMasterMkLst>
          <pc:docMk/>
          <pc:sldMasterMk cId="3051925318" sldId="2147483747"/>
        </pc:sldMasterMkLst>
        <pc:spChg chg="mod">
          <ac:chgData name="Uwe Ricken" userId="f02567aecbed924b" providerId="LiveId" clId="{78C2A01F-C79F-4758-8244-037ED5ACD047}" dt="2024-04-29T06:36:42.245" v="0" actId="20577"/>
          <ac:spMkLst>
            <pc:docMk/>
            <pc:sldMasterMk cId="3051925318" sldId="2147483747"/>
            <ac:spMk id="8" creationId="{00000000-0000-0000-0000-000000000000}"/>
          </ac:spMkLst>
        </pc:spChg>
      </pc:sldMasterChg>
    </pc:docChg>
  </pc:docChgLst>
  <pc:docChgLst>
    <pc:chgData name="Uwe Ricken" userId="f02567aecbed924b" providerId="LiveId" clId="{263ECFB3-1516-4A61-954C-B1B389FF6A13}"/>
    <pc:docChg chg="undo custSel addSld delSld modSld sldOrd">
      <pc:chgData name="Uwe Ricken" userId="f02567aecbed924b" providerId="LiveId" clId="{263ECFB3-1516-4A61-954C-B1B389FF6A13}" dt="2020-11-24T06:54:07.180" v="3704" actId="14100"/>
      <pc:docMkLst>
        <pc:docMk/>
      </pc:docMkLst>
      <pc:sldChg chg="addSp modSp">
        <pc:chgData name="Uwe Ricken" userId="f02567aecbed924b" providerId="LiveId" clId="{263ECFB3-1516-4A61-954C-B1B389FF6A13}" dt="2020-11-24T06:54:07.180" v="3704" actId="14100"/>
        <pc:sldMkLst>
          <pc:docMk/>
          <pc:sldMk cId="0" sldId="256"/>
        </pc:sldMkLst>
        <pc:spChg chg="add mod">
          <ac:chgData name="Uwe Ricken" userId="f02567aecbed924b" providerId="LiveId" clId="{263ECFB3-1516-4A61-954C-B1B389FF6A13}" dt="2020-11-24T06:54:07.180" v="3704" actId="14100"/>
          <ac:spMkLst>
            <pc:docMk/>
            <pc:sldMk cId="0" sldId="256"/>
            <ac:spMk id="2" creationId="{32F2897A-D545-4EF5-ABAC-7E1034FD124D}"/>
          </ac:spMkLst>
        </pc:spChg>
        <pc:spChg chg="mod">
          <ac:chgData name="Uwe Ricken" userId="f02567aecbed924b" providerId="LiveId" clId="{263ECFB3-1516-4A61-954C-B1B389FF6A13}" dt="2020-11-21T07:42:34.867" v="44" actId="20577"/>
          <ac:spMkLst>
            <pc:docMk/>
            <pc:sldMk cId="0" sldId="256"/>
            <ac:spMk id="12290" creationId="{00000000-0000-0000-0000-000000000000}"/>
          </ac:spMkLst>
        </pc:spChg>
      </pc:sldChg>
      <pc:sldChg chg="modSp">
        <pc:chgData name="Uwe Ricken" userId="f02567aecbed924b" providerId="LiveId" clId="{263ECFB3-1516-4A61-954C-B1B389FF6A13}" dt="2020-11-23T07:33:53.974" v="3467" actId="27636"/>
        <pc:sldMkLst>
          <pc:docMk/>
          <pc:sldMk cId="0" sldId="257"/>
        </pc:sldMkLst>
        <pc:spChg chg="mod">
          <ac:chgData name="Uwe Ricken" userId="f02567aecbed924b" providerId="LiveId" clId="{263ECFB3-1516-4A61-954C-B1B389FF6A13}" dt="2020-11-23T07:33:53.974" v="3467" actId="27636"/>
          <ac:spMkLst>
            <pc:docMk/>
            <pc:sldMk cId="0" sldId="257"/>
            <ac:spMk id="13315" creationId="{00000000-0000-0000-0000-000000000000}"/>
          </ac:spMkLst>
        </pc:spChg>
      </pc:sldChg>
      <pc:sldChg chg="modSp del">
        <pc:chgData name="Uwe Ricken" userId="f02567aecbed924b" providerId="LiveId" clId="{263ECFB3-1516-4A61-954C-B1B389FF6A13}" dt="2020-11-21T07:41:00.092" v="23" actId="2696"/>
        <pc:sldMkLst>
          <pc:docMk/>
          <pc:sldMk cId="2611172570" sldId="258"/>
        </pc:sldMkLst>
        <pc:spChg chg="mod">
          <ac:chgData name="Uwe Ricken" userId="f02567aecbed924b" providerId="LiveId" clId="{263ECFB3-1516-4A61-954C-B1B389FF6A13}" dt="2020-11-21T07:38:12.474" v="8" actId="27636"/>
          <ac:spMkLst>
            <pc:docMk/>
            <pc:sldMk cId="2611172570" sldId="258"/>
            <ac:spMk id="14339" creationId="{00000000-0000-0000-0000-000000000000}"/>
          </ac:spMkLst>
        </pc:spChg>
      </pc:sldChg>
      <pc:sldChg chg="modSp add">
        <pc:chgData name="Uwe Ricken" userId="f02567aecbed924b" providerId="LiveId" clId="{263ECFB3-1516-4A61-954C-B1B389FF6A13}" dt="2020-11-23T07:33:04.586" v="3461" actId="20577"/>
        <pc:sldMkLst>
          <pc:docMk/>
          <pc:sldMk cId="1250137161" sldId="262"/>
        </pc:sldMkLst>
        <pc:spChg chg="mod">
          <ac:chgData name="Uwe Ricken" userId="f02567aecbed924b" providerId="LiveId" clId="{263ECFB3-1516-4A61-954C-B1B389FF6A13}" dt="2020-11-23T07:33:04.586" v="3461" actId="20577"/>
          <ac:spMkLst>
            <pc:docMk/>
            <pc:sldMk cId="1250137161" sldId="262"/>
            <ac:spMk id="2" creationId="{00000000-0000-0000-0000-000000000000}"/>
          </ac:spMkLst>
        </pc:spChg>
      </pc:sldChg>
      <pc:sldChg chg="modSp del">
        <pc:chgData name="Uwe Ricken" userId="f02567aecbed924b" providerId="LiveId" clId="{263ECFB3-1516-4A61-954C-B1B389FF6A13}" dt="2020-11-21T07:41:00.120" v="25" actId="2696"/>
        <pc:sldMkLst>
          <pc:docMk/>
          <pc:sldMk cId="3438572401" sldId="263"/>
        </pc:sldMkLst>
        <pc:spChg chg="mod">
          <ac:chgData name="Uwe Ricken" userId="f02567aecbed924b" providerId="LiveId" clId="{263ECFB3-1516-4A61-954C-B1B389FF6A13}" dt="2020-11-21T07:38:12.519" v="9" actId="27636"/>
          <ac:spMkLst>
            <pc:docMk/>
            <pc:sldMk cId="3438572401" sldId="263"/>
            <ac:spMk id="15363" creationId="{00000000-0000-0000-0000-000000000000}"/>
          </ac:spMkLst>
        </pc:spChg>
      </pc:sldChg>
      <pc:sldChg chg="add">
        <pc:chgData name="Uwe Ricken" userId="f02567aecbed924b" providerId="LiveId" clId="{263ECFB3-1516-4A61-954C-B1B389FF6A13}" dt="2020-11-21T07:38:36.698" v="14"/>
        <pc:sldMkLst>
          <pc:docMk/>
          <pc:sldMk cId="3964367880" sldId="270"/>
        </pc:sldMkLst>
      </pc:sldChg>
      <pc:sldChg chg="del">
        <pc:chgData name="Uwe Ricken" userId="f02567aecbed924b" providerId="LiveId" clId="{263ECFB3-1516-4A61-954C-B1B389FF6A13}" dt="2020-11-21T07:41:00.148" v="27" actId="2696"/>
        <pc:sldMkLst>
          <pc:docMk/>
          <pc:sldMk cId="4243622354" sldId="278"/>
        </pc:sldMkLst>
      </pc:sldChg>
      <pc:sldChg chg="modSp del">
        <pc:chgData name="Uwe Ricken" userId="f02567aecbed924b" providerId="LiveId" clId="{263ECFB3-1516-4A61-954C-B1B389FF6A13}" dt="2020-11-21T07:41:00.171" v="28" actId="2696"/>
        <pc:sldMkLst>
          <pc:docMk/>
          <pc:sldMk cId="917770843" sldId="279"/>
        </pc:sldMkLst>
        <pc:spChg chg="mod">
          <ac:chgData name="Uwe Ricken" userId="f02567aecbed924b" providerId="LiveId" clId="{263ECFB3-1516-4A61-954C-B1B389FF6A13}" dt="2020-11-21T07:38:12.555" v="10" actId="27636"/>
          <ac:spMkLst>
            <pc:docMk/>
            <pc:sldMk cId="917770843" sldId="279"/>
            <ac:spMk id="3" creationId="{00000000-0000-0000-0000-000000000000}"/>
          </ac:spMkLst>
        </pc:spChg>
      </pc:sldChg>
      <pc:sldChg chg="del">
        <pc:chgData name="Uwe Ricken" userId="f02567aecbed924b" providerId="LiveId" clId="{263ECFB3-1516-4A61-954C-B1B389FF6A13}" dt="2020-11-21T07:41:00.207" v="30" actId="2696"/>
        <pc:sldMkLst>
          <pc:docMk/>
          <pc:sldMk cId="990437223" sldId="304"/>
        </pc:sldMkLst>
      </pc:sldChg>
      <pc:sldChg chg="modSp">
        <pc:chgData name="Uwe Ricken" userId="f02567aecbed924b" providerId="LiveId" clId="{263ECFB3-1516-4A61-954C-B1B389FF6A13}" dt="2020-11-23T07:33:29.060" v="3462" actId="6549"/>
        <pc:sldMkLst>
          <pc:docMk/>
          <pc:sldMk cId="1353543938" sldId="310"/>
        </pc:sldMkLst>
        <pc:spChg chg="mod">
          <ac:chgData name="Uwe Ricken" userId="f02567aecbed924b" providerId="LiveId" clId="{263ECFB3-1516-4A61-954C-B1B389FF6A13}" dt="2020-11-23T07:33:29.060" v="3462" actId="6549"/>
          <ac:spMkLst>
            <pc:docMk/>
            <pc:sldMk cId="1353543938" sldId="310"/>
            <ac:spMk id="3" creationId="{00000000-0000-0000-0000-000000000000}"/>
          </ac:spMkLst>
        </pc:spChg>
      </pc:sldChg>
      <pc:sldChg chg="modSp">
        <pc:chgData name="Uwe Ricken" userId="f02567aecbed924b" providerId="LiveId" clId="{263ECFB3-1516-4A61-954C-B1B389FF6A13}" dt="2020-11-22T11:06:47.664" v="1568" actId="113"/>
        <pc:sldMkLst>
          <pc:docMk/>
          <pc:sldMk cId="3512767950" sldId="311"/>
        </pc:sldMkLst>
        <pc:spChg chg="mod">
          <ac:chgData name="Uwe Ricken" userId="f02567aecbed924b" providerId="LiveId" clId="{263ECFB3-1516-4A61-954C-B1B389FF6A13}" dt="2020-11-22T11:06:47.664" v="1568" actId="113"/>
          <ac:spMkLst>
            <pc:docMk/>
            <pc:sldMk cId="3512767950" sldId="311"/>
            <ac:spMk id="3" creationId="{00000000-0000-0000-0000-000000000000}"/>
          </ac:spMkLst>
        </pc:spChg>
      </pc:sldChg>
      <pc:sldChg chg="modSp">
        <pc:chgData name="Uwe Ricken" userId="f02567aecbed924b" providerId="LiveId" clId="{263ECFB3-1516-4A61-954C-B1B389FF6A13}" dt="2020-11-21T07:58:39.329" v="422" actId="20577"/>
        <pc:sldMkLst>
          <pc:docMk/>
          <pc:sldMk cId="1815527835" sldId="312"/>
        </pc:sldMkLst>
        <pc:spChg chg="mod">
          <ac:chgData name="Uwe Ricken" userId="f02567aecbed924b" providerId="LiveId" clId="{263ECFB3-1516-4A61-954C-B1B389FF6A13}" dt="2020-11-21T07:58:39.329" v="422" actId="20577"/>
          <ac:spMkLst>
            <pc:docMk/>
            <pc:sldMk cId="1815527835" sldId="312"/>
            <ac:spMk id="4" creationId="{00000000-0000-0000-0000-000000000000}"/>
          </ac:spMkLst>
        </pc:spChg>
      </pc:sldChg>
      <pc:sldChg chg="del">
        <pc:chgData name="Uwe Ricken" userId="f02567aecbed924b" providerId="LiveId" clId="{263ECFB3-1516-4A61-954C-B1B389FF6A13}" dt="2020-11-21T07:41:00.130" v="26" actId="2696"/>
        <pc:sldMkLst>
          <pc:docMk/>
          <pc:sldMk cId="1014006139" sldId="313"/>
        </pc:sldMkLst>
      </pc:sldChg>
      <pc:sldChg chg="addSp delSp modSp delAnim modAnim">
        <pc:chgData name="Uwe Ricken" userId="f02567aecbed924b" providerId="LiveId" clId="{263ECFB3-1516-4A61-954C-B1B389FF6A13}" dt="2020-11-22T13:53:02.743" v="1850"/>
        <pc:sldMkLst>
          <pc:docMk/>
          <pc:sldMk cId="2762345182" sldId="314"/>
        </pc:sldMkLst>
        <pc:spChg chg="mod">
          <ac:chgData name="Uwe Ricken" userId="f02567aecbed924b" providerId="LiveId" clId="{263ECFB3-1516-4A61-954C-B1B389FF6A13}" dt="2020-11-22T13:27:16.783" v="1601" actId="20577"/>
          <ac:spMkLst>
            <pc:docMk/>
            <pc:sldMk cId="2762345182" sldId="314"/>
            <ac:spMk id="2" creationId="{00000000-0000-0000-0000-000000000000}"/>
          </ac:spMkLst>
        </pc:spChg>
        <pc:spChg chg="del mod">
          <ac:chgData name="Uwe Ricken" userId="f02567aecbed924b" providerId="LiveId" clId="{263ECFB3-1516-4A61-954C-B1B389FF6A13}" dt="2020-11-21T08:01:47.329" v="434"/>
          <ac:spMkLst>
            <pc:docMk/>
            <pc:sldMk cId="2762345182" sldId="314"/>
            <ac:spMk id="3" creationId="{00000000-0000-0000-0000-000000000000}"/>
          </ac:spMkLst>
        </pc:spChg>
        <pc:spChg chg="add del mod">
          <ac:chgData name="Uwe Ricken" userId="f02567aecbed924b" providerId="LiveId" clId="{263ECFB3-1516-4A61-954C-B1B389FF6A13}" dt="2020-11-21T10:42:12.252" v="600" actId="478"/>
          <ac:spMkLst>
            <pc:docMk/>
            <pc:sldMk cId="2762345182" sldId="314"/>
            <ac:spMk id="4" creationId="{E5603980-59D1-4613-B003-BC13A0B59715}"/>
          </ac:spMkLst>
        </pc:spChg>
        <pc:spChg chg="add del mod">
          <ac:chgData name="Uwe Ricken" userId="f02567aecbed924b" providerId="LiveId" clId="{263ECFB3-1516-4A61-954C-B1B389FF6A13}" dt="2020-11-21T10:42:00.748" v="599"/>
          <ac:spMkLst>
            <pc:docMk/>
            <pc:sldMk cId="2762345182" sldId="314"/>
            <ac:spMk id="5" creationId="{99F43D77-4402-4247-B205-80B711BA35AA}"/>
          </ac:spMkLst>
        </pc:spChg>
        <pc:spChg chg="add del mod">
          <ac:chgData name="Uwe Ricken" userId="f02567aecbed924b" providerId="LiveId" clId="{263ECFB3-1516-4A61-954C-B1B389FF6A13}" dt="2020-11-22T13:24:24.209" v="1570" actId="478"/>
          <ac:spMkLst>
            <pc:docMk/>
            <pc:sldMk cId="2762345182" sldId="314"/>
            <ac:spMk id="8" creationId="{A4A194FE-97E7-42D9-849D-6C8FB6E54090}"/>
          </ac:spMkLst>
        </pc:spChg>
        <pc:spChg chg="add del mod">
          <ac:chgData name="Uwe Ricken" userId="f02567aecbed924b" providerId="LiveId" clId="{263ECFB3-1516-4A61-954C-B1B389FF6A13}" dt="2020-11-22T13:27:01.327" v="1589" actId="478"/>
          <ac:spMkLst>
            <pc:docMk/>
            <pc:sldMk cId="2762345182" sldId="314"/>
            <ac:spMk id="9" creationId="{1BF37848-C1F6-44AC-986A-E718F3480444}"/>
          </ac:spMkLst>
        </pc:spChg>
        <pc:spChg chg="add del mod">
          <ac:chgData name="Uwe Ricken" userId="f02567aecbed924b" providerId="LiveId" clId="{263ECFB3-1516-4A61-954C-B1B389FF6A13}" dt="2020-11-22T13:24:26.007" v="1571" actId="478"/>
          <ac:spMkLst>
            <pc:docMk/>
            <pc:sldMk cId="2762345182" sldId="314"/>
            <ac:spMk id="10" creationId="{5FF052A5-4277-4F16-9595-AD33782994AA}"/>
          </ac:spMkLst>
        </pc:spChg>
        <pc:spChg chg="add del mod">
          <ac:chgData name="Uwe Ricken" userId="f02567aecbed924b" providerId="LiveId" clId="{263ECFB3-1516-4A61-954C-B1B389FF6A13}" dt="2020-11-22T13:27:01.327" v="1589" actId="478"/>
          <ac:spMkLst>
            <pc:docMk/>
            <pc:sldMk cId="2762345182" sldId="314"/>
            <ac:spMk id="13" creationId="{E1D3F059-879E-4E6C-A8DF-446EB5914A08}"/>
          </ac:spMkLst>
        </pc:spChg>
        <pc:spChg chg="add mod">
          <ac:chgData name="Uwe Ricken" userId="f02567aecbed924b" providerId="LiveId" clId="{263ECFB3-1516-4A61-954C-B1B389FF6A13}" dt="2020-11-22T13:47:49.579" v="1705" actId="164"/>
          <ac:spMkLst>
            <pc:docMk/>
            <pc:sldMk cId="2762345182" sldId="314"/>
            <ac:spMk id="17" creationId="{252F1433-100E-49B6-BFF4-938D31D147A1}"/>
          </ac:spMkLst>
        </pc:spChg>
        <pc:spChg chg="add mod">
          <ac:chgData name="Uwe Ricken" userId="f02567aecbed924b" providerId="LiveId" clId="{263ECFB3-1516-4A61-954C-B1B389FF6A13}" dt="2020-11-22T13:47:49.579" v="1705" actId="164"/>
          <ac:spMkLst>
            <pc:docMk/>
            <pc:sldMk cId="2762345182" sldId="314"/>
            <ac:spMk id="38" creationId="{01469F00-8874-4809-9E5C-8BF8CB0DCA36}"/>
          </ac:spMkLst>
        </pc:spChg>
        <pc:spChg chg="add mod">
          <ac:chgData name="Uwe Ricken" userId="f02567aecbed924b" providerId="LiveId" clId="{263ECFB3-1516-4A61-954C-B1B389FF6A13}" dt="2020-11-22T13:47:49.579" v="1705" actId="164"/>
          <ac:spMkLst>
            <pc:docMk/>
            <pc:sldMk cId="2762345182" sldId="314"/>
            <ac:spMk id="39" creationId="{6BB60708-23FC-4760-8C41-2DDA607AC150}"/>
          </ac:spMkLst>
        </pc:spChg>
        <pc:spChg chg="add mod">
          <ac:chgData name="Uwe Ricken" userId="f02567aecbed924b" providerId="LiveId" clId="{263ECFB3-1516-4A61-954C-B1B389FF6A13}" dt="2020-11-22T13:47:49.579" v="1705" actId="164"/>
          <ac:spMkLst>
            <pc:docMk/>
            <pc:sldMk cId="2762345182" sldId="314"/>
            <ac:spMk id="40" creationId="{A5725B9B-699C-4C4B-BF03-64CED4E5C2FA}"/>
          </ac:spMkLst>
        </pc:spChg>
        <pc:spChg chg="add mod">
          <ac:chgData name="Uwe Ricken" userId="f02567aecbed924b" providerId="LiveId" clId="{263ECFB3-1516-4A61-954C-B1B389FF6A13}" dt="2020-11-22T13:47:49.579" v="1705" actId="164"/>
          <ac:spMkLst>
            <pc:docMk/>
            <pc:sldMk cId="2762345182" sldId="314"/>
            <ac:spMk id="41" creationId="{604F7400-ED0C-43D8-93A5-CAD7BE6E40E9}"/>
          </ac:spMkLst>
        </pc:spChg>
        <pc:spChg chg="add mod">
          <ac:chgData name="Uwe Ricken" userId="f02567aecbed924b" providerId="LiveId" clId="{263ECFB3-1516-4A61-954C-B1B389FF6A13}" dt="2020-11-22T13:47:49.579" v="1705" actId="164"/>
          <ac:spMkLst>
            <pc:docMk/>
            <pc:sldMk cId="2762345182" sldId="314"/>
            <ac:spMk id="1029" creationId="{C7BC261B-EFC3-4ED5-8434-905B4A6695A9}"/>
          </ac:spMkLst>
        </pc:spChg>
        <pc:spChg chg="add del mod">
          <ac:chgData name="Uwe Ricken" userId="f02567aecbed924b" providerId="LiveId" clId="{263ECFB3-1516-4A61-954C-B1B389FF6A13}" dt="2020-11-22T13:49:48.239" v="1722"/>
          <ac:spMkLst>
            <pc:docMk/>
            <pc:sldMk cId="2762345182" sldId="314"/>
            <ac:spMk id="1031" creationId="{C8DEAA81-FD91-405F-AE43-5E4B0F8B5286}"/>
          </ac:spMkLst>
        </pc:spChg>
        <pc:spChg chg="add mod">
          <ac:chgData name="Uwe Ricken" userId="f02567aecbed924b" providerId="LiveId" clId="{263ECFB3-1516-4A61-954C-B1B389FF6A13}" dt="2020-11-22T13:49:38.508" v="1720"/>
          <ac:spMkLst>
            <pc:docMk/>
            <pc:sldMk cId="2762345182" sldId="314"/>
            <ac:spMk id="1032" creationId="{CD11EEB0-7670-4725-8EE6-7FCA75329DA3}"/>
          </ac:spMkLst>
        </pc:spChg>
        <pc:spChg chg="add mod">
          <ac:chgData name="Uwe Ricken" userId="f02567aecbed924b" providerId="LiveId" clId="{263ECFB3-1516-4A61-954C-B1B389FF6A13}" dt="2020-11-22T13:52:52.694" v="1849" actId="14100"/>
          <ac:spMkLst>
            <pc:docMk/>
            <pc:sldMk cId="2762345182" sldId="314"/>
            <ac:spMk id="1033" creationId="{DED18507-28DF-4C5A-AB0C-44415680C7C0}"/>
          </ac:spMkLst>
        </pc:spChg>
        <pc:grpChg chg="add">
          <ac:chgData name="Uwe Ricken" userId="f02567aecbed924b" providerId="LiveId" clId="{263ECFB3-1516-4A61-954C-B1B389FF6A13}" dt="2020-11-22T13:49:54.585" v="1724"/>
          <ac:grpSpMkLst>
            <pc:docMk/>
            <pc:sldMk cId="2762345182" sldId="314"/>
            <ac:grpSpMk id="46" creationId="{BB8BAF9A-F8B2-4D6E-BE75-246FE63FE4EF}"/>
          </ac:grpSpMkLst>
        </pc:grpChg>
        <pc:grpChg chg="add del mod">
          <ac:chgData name="Uwe Ricken" userId="f02567aecbed924b" providerId="LiveId" clId="{263ECFB3-1516-4A61-954C-B1B389FF6A13}" dt="2020-11-22T13:49:51.515" v="1723"/>
          <ac:grpSpMkLst>
            <pc:docMk/>
            <pc:sldMk cId="2762345182" sldId="314"/>
            <ac:grpSpMk id="1030" creationId="{6F9CB30E-FEE0-4C74-B61F-083C50964107}"/>
          </ac:grpSpMkLst>
        </pc:grpChg>
        <pc:graphicFrameChg chg="add del mod modGraphic">
          <ac:chgData name="Uwe Ricken" userId="f02567aecbed924b" providerId="LiveId" clId="{263ECFB3-1516-4A61-954C-B1B389FF6A13}" dt="2020-11-22T13:49:43.893" v="1721"/>
          <ac:graphicFrameMkLst>
            <pc:docMk/>
            <pc:sldMk cId="2762345182" sldId="314"/>
            <ac:graphicFrameMk id="11" creationId="{23A76A38-1894-4B95-86C2-E8B5D7BCED7E}"/>
          </ac:graphicFrameMkLst>
        </pc:graphicFrameChg>
        <pc:graphicFrameChg chg="add mod">
          <ac:chgData name="Uwe Ricken" userId="f02567aecbed924b" providerId="LiveId" clId="{263ECFB3-1516-4A61-954C-B1B389FF6A13}" dt="2020-11-22T13:49:48.239" v="1722"/>
          <ac:graphicFrameMkLst>
            <pc:docMk/>
            <pc:sldMk cId="2762345182" sldId="314"/>
            <ac:graphicFrameMk id="45" creationId="{F3BB0D6F-3073-4268-80A6-2E6EB2C616C3}"/>
          </ac:graphicFrameMkLst>
        </pc:graphicFrameChg>
        <pc:picChg chg="add del mod">
          <ac:chgData name="Uwe Ricken" userId="f02567aecbed924b" providerId="LiveId" clId="{263ECFB3-1516-4A61-954C-B1B389FF6A13}" dt="2020-11-22T13:24:22.101" v="1569" actId="478"/>
          <ac:picMkLst>
            <pc:docMk/>
            <pc:sldMk cId="2762345182" sldId="314"/>
            <ac:picMk id="6" creationId="{CA545655-F459-4E22-8D84-A991600003E5}"/>
          </ac:picMkLst>
        </pc:picChg>
        <pc:picChg chg="add del mod">
          <ac:chgData name="Uwe Ricken" userId="f02567aecbed924b" providerId="LiveId" clId="{263ECFB3-1516-4A61-954C-B1B389FF6A13}" dt="2020-11-21T10:41:55.849" v="598" actId="478"/>
          <ac:picMkLst>
            <pc:docMk/>
            <pc:sldMk cId="2762345182" sldId="314"/>
            <ac:picMk id="7" creationId="{8EE87735-58E8-482E-B422-C6C844DFE5F2}"/>
          </ac:picMkLst>
        </pc:picChg>
        <pc:picChg chg="add mod">
          <ac:chgData name="Uwe Ricken" userId="f02567aecbed924b" providerId="LiveId" clId="{263ECFB3-1516-4A61-954C-B1B389FF6A13}" dt="2020-11-22T13:47:49.579" v="1705" actId="164"/>
          <ac:picMkLst>
            <pc:docMk/>
            <pc:sldMk cId="2762345182" sldId="314"/>
            <ac:picMk id="12" creationId="{17CFF17E-EF2A-47EA-AC69-D3CEB6C79AF2}"/>
          </ac:picMkLst>
        </pc:picChg>
        <pc:picChg chg="add mod">
          <ac:chgData name="Uwe Ricken" userId="f02567aecbed924b" providerId="LiveId" clId="{263ECFB3-1516-4A61-954C-B1B389FF6A13}" dt="2020-11-22T13:47:49.579" v="1705" actId="164"/>
          <ac:picMkLst>
            <pc:docMk/>
            <pc:sldMk cId="2762345182" sldId="314"/>
            <ac:picMk id="14" creationId="{77E7FA5D-5FEC-47A2-9437-D4F4020DB7C1}"/>
          </ac:picMkLst>
        </pc:picChg>
        <pc:picChg chg="add mod">
          <ac:chgData name="Uwe Ricken" userId="f02567aecbed924b" providerId="LiveId" clId="{263ECFB3-1516-4A61-954C-B1B389FF6A13}" dt="2020-11-22T13:47:49.579" v="1705" actId="164"/>
          <ac:picMkLst>
            <pc:docMk/>
            <pc:sldMk cId="2762345182" sldId="314"/>
            <ac:picMk id="15" creationId="{467B3FA8-9158-4CE5-873E-A09D5D7E6D07}"/>
          </ac:picMkLst>
        </pc:picChg>
        <pc:picChg chg="add mod">
          <ac:chgData name="Uwe Ricken" userId="f02567aecbed924b" providerId="LiveId" clId="{263ECFB3-1516-4A61-954C-B1B389FF6A13}" dt="2020-11-22T13:47:49.579" v="1705" actId="164"/>
          <ac:picMkLst>
            <pc:docMk/>
            <pc:sldMk cId="2762345182" sldId="314"/>
            <ac:picMk id="16" creationId="{B63EFC87-9928-4FE1-AEC4-5F96AD7F7D70}"/>
          </ac:picMkLst>
        </pc:picChg>
        <pc:picChg chg="del mod">
          <ac:chgData name="Uwe Ricken" userId="f02567aecbed924b" providerId="LiveId" clId="{263ECFB3-1516-4A61-954C-B1B389FF6A13}" dt="2020-11-21T08:01:42.394" v="433"/>
          <ac:picMkLst>
            <pc:docMk/>
            <pc:sldMk cId="2762345182" sldId="314"/>
            <ac:picMk id="1026" creationId="{00000000-0000-0000-0000-000000000000}"/>
          </ac:picMkLst>
        </pc:picChg>
        <pc:picChg chg="del mod">
          <ac:chgData name="Uwe Ricken" userId="f02567aecbed924b" providerId="LiveId" clId="{263ECFB3-1516-4A61-954C-B1B389FF6A13}" dt="2020-11-21T10:41:55.849" v="598" actId="478"/>
          <ac:picMkLst>
            <pc:docMk/>
            <pc:sldMk cId="2762345182" sldId="314"/>
            <ac:picMk id="1027" creationId="{00000000-0000-0000-0000-000000000000}"/>
          </ac:picMkLst>
        </pc:picChg>
        <pc:cxnChg chg="add mod">
          <ac:chgData name="Uwe Ricken" userId="f02567aecbed924b" providerId="LiveId" clId="{263ECFB3-1516-4A61-954C-B1B389FF6A13}" dt="2020-11-22T13:47:49.579" v="1705" actId="164"/>
          <ac:cxnSpMkLst>
            <pc:docMk/>
            <pc:sldMk cId="2762345182" sldId="314"/>
            <ac:cxnSpMk id="19" creationId="{79A014CD-C2B4-459A-BE1A-990583CFE4E2}"/>
          </ac:cxnSpMkLst>
        </pc:cxnChg>
        <pc:cxnChg chg="add del mod">
          <ac:chgData name="Uwe Ricken" userId="f02567aecbed924b" providerId="LiveId" clId="{263ECFB3-1516-4A61-954C-B1B389FF6A13}" dt="2020-11-22T13:45:20.129" v="1677" actId="478"/>
          <ac:cxnSpMkLst>
            <pc:docMk/>
            <pc:sldMk cId="2762345182" sldId="314"/>
            <ac:cxnSpMk id="21" creationId="{C2F4DC35-DC6C-4077-A131-3FB76DFE8FA4}"/>
          </ac:cxnSpMkLst>
        </pc:cxnChg>
        <pc:cxnChg chg="add mod">
          <ac:chgData name="Uwe Ricken" userId="f02567aecbed924b" providerId="LiveId" clId="{263ECFB3-1516-4A61-954C-B1B389FF6A13}" dt="2020-11-22T13:47:49.579" v="1705" actId="164"/>
          <ac:cxnSpMkLst>
            <pc:docMk/>
            <pc:sldMk cId="2762345182" sldId="314"/>
            <ac:cxnSpMk id="23" creationId="{1A898361-F98C-4F2F-B1A9-A4C32655F053}"/>
          </ac:cxnSpMkLst>
        </pc:cxnChg>
        <pc:cxnChg chg="add mod">
          <ac:chgData name="Uwe Ricken" userId="f02567aecbed924b" providerId="LiveId" clId="{263ECFB3-1516-4A61-954C-B1B389FF6A13}" dt="2020-11-22T13:47:49.579" v="1705" actId="164"/>
          <ac:cxnSpMkLst>
            <pc:docMk/>
            <pc:sldMk cId="2762345182" sldId="314"/>
            <ac:cxnSpMk id="30" creationId="{BEFF670A-DF0D-49CE-98AF-C98D0D7F4F7A}"/>
          </ac:cxnSpMkLst>
        </pc:cxnChg>
      </pc:sldChg>
      <pc:sldChg chg="delSp modSp">
        <pc:chgData name="Uwe Ricken" userId="f02567aecbed924b" providerId="LiveId" clId="{263ECFB3-1516-4A61-954C-B1B389FF6A13}" dt="2020-11-23T05:18:41.702" v="2479" actId="15"/>
        <pc:sldMkLst>
          <pc:docMk/>
          <pc:sldMk cId="1708439246" sldId="315"/>
        </pc:sldMkLst>
        <pc:spChg chg="mod">
          <ac:chgData name="Uwe Ricken" userId="f02567aecbed924b" providerId="LiveId" clId="{263ECFB3-1516-4A61-954C-B1B389FF6A13}" dt="2020-11-23T05:18:41.702" v="2479" actId="15"/>
          <ac:spMkLst>
            <pc:docMk/>
            <pc:sldMk cId="1708439246" sldId="315"/>
            <ac:spMk id="3" creationId="{00000000-0000-0000-0000-000000000000}"/>
          </ac:spMkLst>
        </pc:spChg>
        <pc:picChg chg="del">
          <ac:chgData name="Uwe Ricken" userId="f02567aecbed924b" providerId="LiveId" clId="{263ECFB3-1516-4A61-954C-B1B389FF6A13}" dt="2020-11-22T08:38:41.320" v="1105" actId="478"/>
          <ac:picMkLst>
            <pc:docMk/>
            <pc:sldMk cId="1708439246" sldId="315"/>
            <ac:picMk id="2050" creationId="{00000000-0000-0000-0000-000000000000}"/>
          </ac:picMkLst>
        </pc:picChg>
      </pc:sldChg>
      <pc:sldChg chg="modSp del">
        <pc:chgData name="Uwe Ricken" userId="f02567aecbed924b" providerId="LiveId" clId="{263ECFB3-1516-4A61-954C-B1B389FF6A13}" dt="2020-11-22T10:42:46.260" v="1380" actId="2696"/>
        <pc:sldMkLst>
          <pc:docMk/>
          <pc:sldMk cId="1583127422" sldId="316"/>
        </pc:sldMkLst>
        <pc:spChg chg="mod">
          <ac:chgData name="Uwe Ricken" userId="f02567aecbed924b" providerId="LiveId" clId="{263ECFB3-1516-4A61-954C-B1B389FF6A13}" dt="2020-11-21T07:40:33.017" v="22" actId="27636"/>
          <ac:spMkLst>
            <pc:docMk/>
            <pc:sldMk cId="1583127422" sldId="316"/>
            <ac:spMk id="3" creationId="{00000000-0000-0000-0000-000000000000}"/>
          </ac:spMkLst>
        </pc:spChg>
      </pc:sldChg>
      <pc:sldChg chg="addSp delSp modSp">
        <pc:chgData name="Uwe Ricken" userId="f02567aecbed924b" providerId="LiveId" clId="{263ECFB3-1516-4A61-954C-B1B389FF6A13}" dt="2020-11-23T07:12:18.611" v="3326" actId="113"/>
        <pc:sldMkLst>
          <pc:docMk/>
          <pc:sldMk cId="340672872" sldId="317"/>
        </pc:sldMkLst>
        <pc:spChg chg="mod">
          <ac:chgData name="Uwe Ricken" userId="f02567aecbed924b" providerId="LiveId" clId="{263ECFB3-1516-4A61-954C-B1B389FF6A13}" dt="2020-11-23T07:12:18.611" v="3326" actId="113"/>
          <ac:spMkLst>
            <pc:docMk/>
            <pc:sldMk cId="340672872" sldId="317"/>
            <ac:spMk id="3" creationId="{00000000-0000-0000-0000-000000000000}"/>
          </ac:spMkLst>
        </pc:spChg>
        <pc:spChg chg="add del mod">
          <ac:chgData name="Uwe Ricken" userId="f02567aecbed924b" providerId="LiveId" clId="{263ECFB3-1516-4A61-954C-B1B389FF6A13}" dt="2020-11-22T10:44:08.592" v="1383"/>
          <ac:spMkLst>
            <pc:docMk/>
            <pc:sldMk cId="340672872" sldId="317"/>
            <ac:spMk id="4" creationId="{42CE0458-C173-4F1B-8D76-44B8A784FC78}"/>
          </ac:spMkLst>
        </pc:spChg>
        <pc:spChg chg="add del mod">
          <ac:chgData name="Uwe Ricken" userId="f02567aecbed924b" providerId="LiveId" clId="{263ECFB3-1516-4A61-954C-B1B389FF6A13}" dt="2020-11-22T10:44:08.592" v="1383"/>
          <ac:spMkLst>
            <pc:docMk/>
            <pc:sldMk cId="340672872" sldId="317"/>
            <ac:spMk id="5" creationId="{B7E83863-6912-45AA-BC9B-9E93C9FD4CF1}"/>
          </ac:spMkLst>
        </pc:spChg>
        <pc:picChg chg="del">
          <ac:chgData name="Uwe Ricken" userId="f02567aecbed924b" providerId="LiveId" clId="{263ECFB3-1516-4A61-954C-B1B389FF6A13}" dt="2020-11-22T10:44:04.099" v="1382" actId="478"/>
          <ac:picMkLst>
            <pc:docMk/>
            <pc:sldMk cId="340672872" sldId="317"/>
            <ac:picMk id="4098" creationId="{00000000-0000-0000-0000-000000000000}"/>
          </ac:picMkLst>
        </pc:picChg>
      </pc:sldChg>
      <pc:sldChg chg="addSp delSp modSp modAnim">
        <pc:chgData name="Uwe Ricken" userId="f02567aecbed924b" providerId="LiveId" clId="{263ECFB3-1516-4A61-954C-B1B389FF6A13}" dt="2020-11-23T06:49:42.795" v="3286" actId="20577"/>
        <pc:sldMkLst>
          <pc:docMk/>
          <pc:sldMk cId="2671636389" sldId="318"/>
        </pc:sldMkLst>
        <pc:spChg chg="mod">
          <ac:chgData name="Uwe Ricken" userId="f02567aecbed924b" providerId="LiveId" clId="{263ECFB3-1516-4A61-954C-B1B389FF6A13}" dt="2020-11-23T06:49:42.795" v="3286" actId="20577"/>
          <ac:spMkLst>
            <pc:docMk/>
            <pc:sldMk cId="2671636389" sldId="318"/>
            <ac:spMk id="3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6:48:10.415" v="3194" actId="165"/>
          <ac:spMkLst>
            <pc:docMk/>
            <pc:sldMk cId="2671636389" sldId="318"/>
            <ac:spMk id="7" creationId="{D9E347E6-EBDD-42D8-8308-715ED71BB001}"/>
          </ac:spMkLst>
        </pc:spChg>
        <pc:spChg chg="mod topLvl">
          <ac:chgData name="Uwe Ricken" userId="f02567aecbed924b" providerId="LiveId" clId="{263ECFB3-1516-4A61-954C-B1B389FF6A13}" dt="2020-11-23T06:48:27.830" v="3197" actId="14100"/>
          <ac:spMkLst>
            <pc:docMk/>
            <pc:sldMk cId="2671636389" sldId="318"/>
            <ac:spMk id="9" creationId="{B06CC1AA-D0AC-43C9-A174-005AE2D27599}"/>
          </ac:spMkLst>
        </pc:spChg>
        <pc:grpChg chg="add del">
          <ac:chgData name="Uwe Ricken" userId="f02567aecbed924b" providerId="LiveId" clId="{263ECFB3-1516-4A61-954C-B1B389FF6A13}" dt="2020-11-23T06:48:10.415" v="3194" actId="165"/>
          <ac:grpSpMkLst>
            <pc:docMk/>
            <pc:sldMk cId="2671636389" sldId="318"/>
            <ac:grpSpMk id="5" creationId="{4E9D00B9-7801-4976-9CB4-7E2639D7CD24}"/>
          </ac:grpSpMkLst>
        </pc:grpChg>
        <pc:grpChg chg="del mod topLvl">
          <ac:chgData name="Uwe Ricken" userId="f02567aecbed924b" providerId="LiveId" clId="{263ECFB3-1516-4A61-954C-B1B389FF6A13}" dt="2020-11-23T06:48:17.878" v="3195" actId="165"/>
          <ac:grpSpMkLst>
            <pc:docMk/>
            <pc:sldMk cId="2671636389" sldId="318"/>
            <ac:grpSpMk id="6" creationId="{3E65A4B2-FF6B-4BE0-A02D-013FD50DC4CE}"/>
          </ac:grpSpMkLst>
        </pc:grpChg>
        <pc:picChg chg="mod topLvl">
          <ac:chgData name="Uwe Ricken" userId="f02567aecbed924b" providerId="LiveId" clId="{263ECFB3-1516-4A61-954C-B1B389FF6A13}" dt="2020-11-23T06:48:17.878" v="3195" actId="165"/>
          <ac:picMkLst>
            <pc:docMk/>
            <pc:sldMk cId="2671636389" sldId="318"/>
            <ac:picMk id="8" creationId="{17E723F2-B9AD-498E-B706-F1047402A857}"/>
          </ac:picMkLst>
        </pc:picChg>
        <pc:picChg chg="del">
          <ac:chgData name="Uwe Ricken" userId="f02567aecbed924b" providerId="LiveId" clId="{263ECFB3-1516-4A61-954C-B1B389FF6A13}" dt="2020-11-23T06:45:55.299" v="3190" actId="478"/>
          <ac:picMkLst>
            <pc:docMk/>
            <pc:sldMk cId="2671636389" sldId="318"/>
            <ac:picMk id="5122" creationId="{00000000-0000-0000-0000-000000000000}"/>
          </ac:picMkLst>
        </pc:picChg>
      </pc:sldChg>
      <pc:sldChg chg="addSp delSp modSp">
        <pc:chgData name="Uwe Ricken" userId="f02567aecbed924b" providerId="LiveId" clId="{263ECFB3-1516-4A61-954C-B1B389FF6A13}" dt="2020-11-23T07:37:29.863" v="3613" actId="113"/>
        <pc:sldMkLst>
          <pc:docMk/>
          <pc:sldMk cId="645799182" sldId="319"/>
        </pc:sldMkLst>
        <pc:spChg chg="mod">
          <ac:chgData name="Uwe Ricken" userId="f02567aecbed924b" providerId="LiveId" clId="{263ECFB3-1516-4A61-954C-B1B389FF6A13}" dt="2020-11-21T07:55:38.789" v="252" actId="20577"/>
          <ac:spMkLst>
            <pc:docMk/>
            <pc:sldMk cId="645799182" sldId="319"/>
            <ac:spMk id="2" creationId="{00000000-0000-0000-0000-000000000000}"/>
          </ac:spMkLst>
        </pc:spChg>
        <pc:spChg chg="mod">
          <ac:chgData name="Uwe Ricken" userId="f02567aecbed924b" providerId="LiveId" clId="{263ECFB3-1516-4A61-954C-B1B389FF6A13}" dt="2020-11-23T07:37:29.863" v="3613" actId="113"/>
          <ac:spMkLst>
            <pc:docMk/>
            <pc:sldMk cId="645799182" sldId="319"/>
            <ac:spMk id="3" creationId="{00000000-0000-0000-0000-000000000000}"/>
          </ac:spMkLst>
        </pc:spChg>
        <pc:spChg chg="add del mod">
          <ac:chgData name="Uwe Ricken" userId="f02567aecbed924b" providerId="LiveId" clId="{263ECFB3-1516-4A61-954C-B1B389FF6A13}" dt="2020-11-21T07:39:26.695" v="20"/>
          <ac:spMkLst>
            <pc:docMk/>
            <pc:sldMk cId="645799182" sldId="319"/>
            <ac:spMk id="4" creationId="{857064FE-A52B-4C50-8621-9C9369FEF68F}"/>
          </ac:spMkLst>
        </pc:spChg>
        <pc:spChg chg="add del mod">
          <ac:chgData name="Uwe Ricken" userId="f02567aecbed924b" providerId="LiveId" clId="{263ECFB3-1516-4A61-954C-B1B389FF6A13}" dt="2020-11-21T07:39:26.695" v="20"/>
          <ac:spMkLst>
            <pc:docMk/>
            <pc:sldMk cId="645799182" sldId="319"/>
            <ac:spMk id="5" creationId="{6BA2F162-BC62-403A-AA99-8DC239D6557A}"/>
          </ac:spMkLst>
        </pc:spChg>
      </pc:sldChg>
      <pc:sldChg chg="addSp delSp modSp del">
        <pc:chgData name="Uwe Ricken" userId="f02567aecbed924b" providerId="LiveId" clId="{263ECFB3-1516-4A61-954C-B1B389FF6A13}" dt="2020-11-21T07:58:04.163" v="392" actId="2696"/>
        <pc:sldMkLst>
          <pc:docMk/>
          <pc:sldMk cId="4291369563" sldId="320"/>
        </pc:sldMkLst>
        <pc:spChg chg="add del mod">
          <ac:chgData name="Uwe Ricken" userId="f02567aecbed924b" providerId="LiveId" clId="{263ECFB3-1516-4A61-954C-B1B389FF6A13}" dt="2020-11-21T07:55:24.883" v="243"/>
          <ac:spMkLst>
            <pc:docMk/>
            <pc:sldMk cId="4291369563" sldId="320"/>
            <ac:spMk id="4" creationId="{7A57BCA7-D8F1-4B05-BBEF-3B61EE811A0E}"/>
          </ac:spMkLst>
        </pc:spChg>
        <pc:spChg chg="add del mod">
          <ac:chgData name="Uwe Ricken" userId="f02567aecbed924b" providerId="LiveId" clId="{263ECFB3-1516-4A61-954C-B1B389FF6A13}" dt="2020-11-21T07:55:24.883" v="243"/>
          <ac:spMkLst>
            <pc:docMk/>
            <pc:sldMk cId="4291369563" sldId="320"/>
            <ac:spMk id="5" creationId="{68B8F3C2-8F42-4C6C-8377-84AF2C14A5CD}"/>
          </ac:spMkLst>
        </pc:spChg>
      </pc:sldChg>
      <pc:sldChg chg="del">
        <pc:chgData name="Uwe Ricken" userId="f02567aecbed924b" providerId="LiveId" clId="{263ECFB3-1516-4A61-954C-B1B389FF6A13}" dt="2020-11-21T07:38:33.781" v="12" actId="2696"/>
        <pc:sldMkLst>
          <pc:docMk/>
          <pc:sldMk cId="2486533973" sldId="321"/>
        </pc:sldMkLst>
      </pc:sldChg>
      <pc:sldChg chg="del">
        <pc:chgData name="Uwe Ricken" userId="f02567aecbed924b" providerId="LiveId" clId="{263ECFB3-1516-4A61-954C-B1B389FF6A13}" dt="2020-11-21T07:38:33.802" v="13" actId="2696"/>
        <pc:sldMkLst>
          <pc:docMk/>
          <pc:sldMk cId="1110091459" sldId="322"/>
        </pc:sldMkLst>
      </pc:sldChg>
      <pc:sldChg chg="modSp del">
        <pc:chgData name="Uwe Ricken" userId="f02567aecbed924b" providerId="LiveId" clId="{263ECFB3-1516-4A61-954C-B1B389FF6A13}" dt="2020-11-21T07:41:00.192" v="29" actId="2696"/>
        <pc:sldMkLst>
          <pc:docMk/>
          <pc:sldMk cId="1290719486" sldId="323"/>
        </pc:sldMkLst>
        <pc:spChg chg="mod">
          <ac:chgData name="Uwe Ricken" userId="f02567aecbed924b" providerId="LiveId" clId="{263ECFB3-1516-4A61-954C-B1B389FF6A13}" dt="2020-11-21T07:38:12.587" v="11" actId="27636"/>
          <ac:spMkLst>
            <pc:docMk/>
            <pc:sldMk cId="1290719486" sldId="323"/>
            <ac:spMk id="3" creationId="{00000000-0000-0000-0000-000000000000}"/>
          </ac:spMkLst>
        </pc:spChg>
      </pc:sldChg>
      <pc:sldChg chg="modSp">
        <pc:chgData name="Uwe Ricken" userId="f02567aecbed924b" providerId="LiveId" clId="{263ECFB3-1516-4A61-954C-B1B389FF6A13}" dt="2020-11-23T07:35:14.215" v="3523" actId="20577"/>
        <pc:sldMkLst>
          <pc:docMk/>
          <pc:sldMk cId="3041675469" sldId="324"/>
        </pc:sldMkLst>
        <pc:spChg chg="mod">
          <ac:chgData name="Uwe Ricken" userId="f02567aecbed924b" providerId="LiveId" clId="{263ECFB3-1516-4A61-954C-B1B389FF6A13}" dt="2020-11-23T07:35:14.215" v="3523" actId="20577"/>
          <ac:spMkLst>
            <pc:docMk/>
            <pc:sldMk cId="3041675469" sldId="324"/>
            <ac:spMk id="5" creationId="{00000000-0000-0000-0000-000000000000}"/>
          </ac:spMkLst>
        </pc:spChg>
      </pc:sldChg>
      <pc:sldChg chg="del">
        <pc:chgData name="Uwe Ricken" userId="f02567aecbed924b" providerId="LiveId" clId="{263ECFB3-1516-4A61-954C-B1B389FF6A13}" dt="2020-11-21T07:41:11.858" v="32" actId="2696"/>
        <pc:sldMkLst>
          <pc:docMk/>
          <pc:sldMk cId="419253419" sldId="325"/>
        </pc:sldMkLst>
      </pc:sldChg>
      <pc:sldChg chg="addSp delSp modSp">
        <pc:chgData name="Uwe Ricken" userId="f02567aecbed924b" providerId="LiveId" clId="{263ECFB3-1516-4A61-954C-B1B389FF6A13}" dt="2020-11-23T07:23:17.496" v="3441" actId="20577"/>
        <pc:sldMkLst>
          <pc:docMk/>
          <pc:sldMk cId="3950159367" sldId="330"/>
        </pc:sldMkLst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4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5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6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7" creationId="{00000000-0000-0000-0000-000000000000}"/>
          </ac:spMkLst>
        </pc:spChg>
        <pc:spChg chg="add del mod">
          <ac:chgData name="Uwe Ricken" userId="f02567aecbed924b" providerId="LiveId" clId="{263ECFB3-1516-4A61-954C-B1B389FF6A13}" dt="2020-11-23T07:14:17.779" v="3332"/>
          <ac:spMkLst>
            <pc:docMk/>
            <pc:sldMk cId="3950159367" sldId="330"/>
            <ac:spMk id="10" creationId="{DFFDCD08-B565-452C-AF52-893DE7DB6F42}"/>
          </ac:spMkLst>
        </pc:spChg>
        <pc:spChg chg="add del mod">
          <ac:chgData name="Uwe Ricken" userId="f02567aecbed924b" providerId="LiveId" clId="{263ECFB3-1516-4A61-954C-B1B389FF6A13}" dt="2020-11-23T07:14:24.685" v="3333"/>
          <ac:spMkLst>
            <pc:docMk/>
            <pc:sldMk cId="3950159367" sldId="330"/>
            <ac:spMk id="11" creationId="{4AC279CD-3BD5-436B-B7EF-202A4546AA2B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2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3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4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5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6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7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8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19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0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1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2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3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4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5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6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09.265" v="3331" actId="164"/>
          <ac:spMkLst>
            <pc:docMk/>
            <pc:sldMk cId="3950159367" sldId="330"/>
            <ac:spMk id="27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28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29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0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1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2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3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4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5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6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7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8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39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40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41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42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4:44.081" v="3335" actId="164"/>
          <ac:spMkLst>
            <pc:docMk/>
            <pc:sldMk cId="3950159367" sldId="330"/>
            <ac:spMk id="43" creationId="{00000000-0000-0000-0000-000000000000}"/>
          </ac:spMkLst>
        </pc:spChg>
        <pc:spChg chg="mod">
          <ac:chgData name="Uwe Ricken" userId="f02567aecbed924b" providerId="LiveId" clId="{263ECFB3-1516-4A61-954C-B1B389FF6A13}" dt="2020-11-23T07:16:24.603" v="3347" actId="164"/>
          <ac:spMkLst>
            <pc:docMk/>
            <pc:sldMk cId="3950159367" sldId="330"/>
            <ac:spMk id="44" creationId="{00000000-0000-0000-0000-000000000000}"/>
          </ac:spMkLst>
        </pc:spChg>
        <pc:spChg chg="mod">
          <ac:chgData name="Uwe Ricken" userId="f02567aecbed924b" providerId="LiveId" clId="{263ECFB3-1516-4A61-954C-B1B389FF6A13}" dt="2020-11-23T07:16:30.034" v="3348" actId="164"/>
          <ac:spMkLst>
            <pc:docMk/>
            <pc:sldMk cId="3950159367" sldId="330"/>
            <ac:spMk id="45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46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47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48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49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0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1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2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3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4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5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6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7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8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59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60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61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62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5:01.216" v="3337" actId="164"/>
          <ac:spMkLst>
            <pc:docMk/>
            <pc:sldMk cId="3950159367" sldId="330"/>
            <ac:spMk id="63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16:35.066" v="3349" actId="164"/>
          <ac:spMkLst>
            <pc:docMk/>
            <pc:sldMk cId="3950159367" sldId="330"/>
            <ac:spMk id="64" creationId="{00000000-0000-0000-0000-000000000000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66" creationId="{AC7FADB4-41D5-4D9C-92A2-818147CD62B6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67" creationId="{20DAF56D-FDCA-452E-B9A9-66716B140C85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68" creationId="{014B579A-6B97-4108-91F4-B05853DC9D2A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69" creationId="{80C82D04-B979-4363-A5B8-AEA514B171EF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0" creationId="{9AA18000-785C-441F-9AD2-8B8EF9105CE0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1" creationId="{2641C228-4EFF-4E30-A8D8-73B2330CDFC9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2" creationId="{B6FC6219-D7E9-4810-AD89-FCFF5590806A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3" creationId="{A96E0BAC-58D7-4D5D-9F70-F7841AD9C9D8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4" creationId="{D9468929-6051-42BA-B5D6-12F6E1F0BB38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5" creationId="{4AEC6FA0-7D12-4842-B96A-A9D03563DC6F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6" creationId="{1CDF5163-AD8E-419F-9B3F-ADE4118C1312}"/>
          </ac:spMkLst>
        </pc:spChg>
        <pc:spChg chg="mod topLvl">
          <ac:chgData name="Uwe Ricken" userId="f02567aecbed924b" providerId="LiveId" clId="{263ECFB3-1516-4A61-954C-B1B389FF6A13}" dt="2020-11-23T07:22:21.257" v="3430" actId="165"/>
          <ac:spMkLst>
            <pc:docMk/>
            <pc:sldMk cId="3950159367" sldId="330"/>
            <ac:spMk id="77" creationId="{86B841C1-ADCD-4B19-9568-E8B3C5DE494B}"/>
          </ac:spMkLst>
        </pc:spChg>
        <pc:spChg chg="mod topLvl">
          <ac:chgData name="Uwe Ricken" userId="f02567aecbed924b" providerId="LiveId" clId="{263ECFB3-1516-4A61-954C-B1B389FF6A13}" dt="2020-11-23T07:22:27.220" v="3431" actId="108"/>
          <ac:spMkLst>
            <pc:docMk/>
            <pc:sldMk cId="3950159367" sldId="330"/>
            <ac:spMk id="78" creationId="{857C9A78-A8CD-4F78-9624-F6110CCB3546}"/>
          </ac:spMkLst>
        </pc:spChg>
        <pc:spChg chg="mod topLvl">
          <ac:chgData name="Uwe Ricken" userId="f02567aecbed924b" providerId="LiveId" clId="{263ECFB3-1516-4A61-954C-B1B389FF6A13}" dt="2020-11-23T07:22:43.373" v="3434" actId="108"/>
          <ac:spMkLst>
            <pc:docMk/>
            <pc:sldMk cId="3950159367" sldId="330"/>
            <ac:spMk id="79" creationId="{1533734C-54D6-49CA-B74D-6E9D487B9956}"/>
          </ac:spMkLst>
        </pc:spChg>
        <pc:spChg chg="mod topLvl">
          <ac:chgData name="Uwe Ricken" userId="f02567aecbed924b" providerId="LiveId" clId="{263ECFB3-1516-4A61-954C-B1B389FF6A13}" dt="2020-11-23T07:22:30.510" v="3432" actId="108"/>
          <ac:spMkLst>
            <pc:docMk/>
            <pc:sldMk cId="3950159367" sldId="330"/>
            <ac:spMk id="80" creationId="{93430372-DD0D-4090-86E5-524F527F2BC5}"/>
          </ac:spMkLst>
        </pc:spChg>
        <pc:spChg chg="mod topLvl">
          <ac:chgData name="Uwe Ricken" userId="f02567aecbed924b" providerId="LiveId" clId="{263ECFB3-1516-4A61-954C-B1B389FF6A13}" dt="2020-11-23T07:22:52.671" v="3436" actId="108"/>
          <ac:spMkLst>
            <pc:docMk/>
            <pc:sldMk cId="3950159367" sldId="330"/>
            <ac:spMk id="81" creationId="{9AD4BE8E-3E65-49A0-9FA3-09B0C9B4430B}"/>
          </ac:spMkLst>
        </pc:spChg>
        <pc:spChg chg="mod topLvl">
          <ac:chgData name="Uwe Ricken" userId="f02567aecbed924b" providerId="LiveId" clId="{263ECFB3-1516-4A61-954C-B1B389FF6A13}" dt="2020-11-23T07:22:48.951" v="3435" actId="108"/>
          <ac:spMkLst>
            <pc:docMk/>
            <pc:sldMk cId="3950159367" sldId="330"/>
            <ac:spMk id="82" creationId="{3068919D-213A-4D71-9758-A5D776C7776D}"/>
          </ac:spMkLst>
        </pc:spChg>
        <pc:spChg chg="mod topLvl">
          <ac:chgData name="Uwe Ricken" userId="f02567aecbed924b" providerId="LiveId" clId="{263ECFB3-1516-4A61-954C-B1B389FF6A13}" dt="2020-11-23T07:22:55.923" v="3437" actId="108"/>
          <ac:spMkLst>
            <pc:docMk/>
            <pc:sldMk cId="3950159367" sldId="330"/>
            <ac:spMk id="83" creationId="{7311447E-CBD8-4676-9E18-2525CE9CC278}"/>
          </ac:spMkLst>
        </pc:spChg>
        <pc:spChg chg="mod topLvl">
          <ac:chgData name="Uwe Ricken" userId="f02567aecbed924b" providerId="LiveId" clId="{263ECFB3-1516-4A61-954C-B1B389FF6A13}" dt="2020-11-23T07:23:17.496" v="3441" actId="20577"/>
          <ac:spMkLst>
            <pc:docMk/>
            <pc:sldMk cId="3950159367" sldId="330"/>
            <ac:spMk id="84" creationId="{269EC1E9-867E-488E-905E-7209518A8427}"/>
          </ac:spMkLst>
        </pc:spChg>
        <pc:spChg chg="add del mod">
          <ac:chgData name="Uwe Ricken" userId="f02567aecbed924b" providerId="LiveId" clId="{263ECFB3-1516-4A61-954C-B1B389FF6A13}" dt="2020-11-23T07:14:32.960" v="3334"/>
          <ac:spMkLst>
            <pc:docMk/>
            <pc:sldMk cId="3950159367" sldId="330"/>
            <ac:spMk id="85" creationId="{C9531F06-8121-40D7-A7FE-2EB2BB463966}"/>
          </ac:spMkLst>
        </pc:spChg>
        <pc:grpChg chg="del">
          <ac:chgData name="Uwe Ricken" userId="f02567aecbed924b" providerId="LiveId" clId="{263ECFB3-1516-4A61-954C-B1B389FF6A13}" dt="2020-11-23T07:13:37.300" v="3327" actId="165"/>
          <ac:grpSpMkLst>
            <pc:docMk/>
            <pc:sldMk cId="3950159367" sldId="330"/>
            <ac:grpSpMk id="3" creationId="{00000000-0000-0000-0000-000000000000}"/>
          </ac:grpSpMkLst>
        </pc:grpChg>
        <pc:grpChg chg="add del mod">
          <ac:chgData name="Uwe Ricken" userId="f02567aecbed924b" providerId="LiveId" clId="{263ECFB3-1516-4A61-954C-B1B389FF6A13}" dt="2020-11-23T07:14:54.653" v="3336" actId="165"/>
          <ac:grpSpMkLst>
            <pc:docMk/>
            <pc:sldMk cId="3950159367" sldId="330"/>
            <ac:grpSpMk id="8" creationId="{CF933214-A022-42FB-96AA-CFA43EC1DCC8}"/>
          </ac:grpSpMkLst>
        </pc:grpChg>
        <pc:grpChg chg="add mod">
          <ac:chgData name="Uwe Ricken" userId="f02567aecbed924b" providerId="LiveId" clId="{263ECFB3-1516-4A61-954C-B1B389FF6A13}" dt="2020-11-23T07:19:22.041" v="3381" actId="408"/>
          <ac:grpSpMkLst>
            <pc:docMk/>
            <pc:sldMk cId="3950159367" sldId="330"/>
            <ac:grpSpMk id="9" creationId="{5F611EE9-E392-4613-B06E-8499D2C42E0D}"/>
          </ac:grpSpMkLst>
        </pc:grpChg>
        <pc:grpChg chg="add del mod">
          <ac:chgData name="Uwe Ricken" userId="f02567aecbed924b" providerId="LiveId" clId="{263ECFB3-1516-4A61-954C-B1B389FF6A13}" dt="2020-11-23T07:22:21.257" v="3430" actId="165"/>
          <ac:grpSpMkLst>
            <pc:docMk/>
            <pc:sldMk cId="3950159367" sldId="330"/>
            <ac:grpSpMk id="65" creationId="{CCD68D19-CB6A-4726-BDE9-8E72BA61AF43}"/>
          </ac:grpSpMkLst>
        </pc:grpChg>
        <pc:grpChg chg="add mod">
          <ac:chgData name="Uwe Ricken" userId="f02567aecbed924b" providerId="LiveId" clId="{263ECFB3-1516-4A61-954C-B1B389FF6A13}" dt="2020-11-23T07:19:22.041" v="3381" actId="408"/>
          <ac:grpSpMkLst>
            <pc:docMk/>
            <pc:sldMk cId="3950159367" sldId="330"/>
            <ac:grpSpMk id="86" creationId="{2A868ED1-37F1-45CB-9F10-7E6159A97CE9}"/>
          </ac:grpSpMkLst>
        </pc:grpChg>
        <pc:grpChg chg="add mod">
          <ac:chgData name="Uwe Ricken" userId="f02567aecbed924b" providerId="LiveId" clId="{263ECFB3-1516-4A61-954C-B1B389FF6A13}" dt="2020-11-23T07:19:22.041" v="3381" actId="408"/>
          <ac:grpSpMkLst>
            <pc:docMk/>
            <pc:sldMk cId="3950159367" sldId="330"/>
            <ac:grpSpMk id="87" creationId="{7C09CB0C-936A-411A-BCF5-7FA68DA8E72F}"/>
          </ac:grpSpMkLst>
        </pc:grpChg>
        <pc:grpChg chg="add mod">
          <ac:chgData name="Uwe Ricken" userId="f02567aecbed924b" providerId="LiveId" clId="{263ECFB3-1516-4A61-954C-B1B389FF6A13}" dt="2020-11-23T07:19:22.041" v="3381" actId="408"/>
          <ac:grpSpMkLst>
            <pc:docMk/>
            <pc:sldMk cId="3950159367" sldId="330"/>
            <ac:grpSpMk id="88" creationId="{2ACFD639-36E4-49B2-97A7-1B57AD09A4E7}"/>
          </ac:grpSpMkLst>
        </pc:grpChg>
        <pc:grpChg chg="add mod">
          <ac:chgData name="Uwe Ricken" userId="f02567aecbed924b" providerId="LiveId" clId="{263ECFB3-1516-4A61-954C-B1B389FF6A13}" dt="2020-11-23T07:19:22.041" v="3381" actId="408"/>
          <ac:grpSpMkLst>
            <pc:docMk/>
            <pc:sldMk cId="3950159367" sldId="330"/>
            <ac:grpSpMk id="89" creationId="{CB547421-B438-43F6-B7A4-ED7BE12C3453}"/>
          </ac:grpSpMkLst>
        </pc:grpChg>
        <pc:grpChg chg="add mod">
          <ac:chgData name="Uwe Ricken" userId="f02567aecbed924b" providerId="LiveId" clId="{263ECFB3-1516-4A61-954C-B1B389FF6A13}" dt="2020-11-23T07:19:22.041" v="3381" actId="408"/>
          <ac:grpSpMkLst>
            <pc:docMk/>
            <pc:sldMk cId="3950159367" sldId="330"/>
            <ac:grpSpMk id="90" creationId="{24B92705-38B5-40F5-8567-58303EAFA41C}"/>
          </ac:grpSpMkLst>
        </pc:grpChg>
      </pc:sldChg>
      <pc:sldChg chg="del">
        <pc:chgData name="Uwe Ricken" userId="f02567aecbed924b" providerId="LiveId" clId="{263ECFB3-1516-4A61-954C-B1B389FF6A13}" dt="2020-11-21T07:41:07.112" v="31" actId="2696"/>
        <pc:sldMkLst>
          <pc:docMk/>
          <pc:sldMk cId="1522663500" sldId="332"/>
        </pc:sldMkLst>
      </pc:sldChg>
      <pc:sldChg chg="modSp add">
        <pc:chgData name="Uwe Ricken" userId="f02567aecbed924b" providerId="LiveId" clId="{263ECFB3-1516-4A61-954C-B1B389FF6A13}" dt="2020-11-21T07:59:17.529" v="425" actId="20577"/>
        <pc:sldMkLst>
          <pc:docMk/>
          <pc:sldMk cId="4252416191" sldId="332"/>
        </pc:sldMkLst>
        <pc:spChg chg="mod">
          <ac:chgData name="Uwe Ricken" userId="f02567aecbed924b" providerId="LiveId" clId="{263ECFB3-1516-4A61-954C-B1B389FF6A13}" dt="2020-11-21T07:43:49.746" v="76" actId="20577"/>
          <ac:spMkLst>
            <pc:docMk/>
            <pc:sldMk cId="4252416191" sldId="332"/>
            <ac:spMk id="2" creationId="{EA3FAA57-6E6D-4609-AFE7-B49982D8B0A2}"/>
          </ac:spMkLst>
        </pc:spChg>
        <pc:spChg chg="mod">
          <ac:chgData name="Uwe Ricken" userId="f02567aecbed924b" providerId="LiveId" clId="{263ECFB3-1516-4A61-954C-B1B389FF6A13}" dt="2020-11-21T07:59:17.529" v="425" actId="20577"/>
          <ac:spMkLst>
            <pc:docMk/>
            <pc:sldMk cId="4252416191" sldId="332"/>
            <ac:spMk id="3" creationId="{361FEBB4-320B-4F66-BD10-92F469CDF9C6}"/>
          </ac:spMkLst>
        </pc:spChg>
      </pc:sldChg>
      <pc:sldChg chg="del">
        <pc:chgData name="Uwe Ricken" userId="f02567aecbed924b" providerId="LiveId" clId="{263ECFB3-1516-4A61-954C-B1B389FF6A13}" dt="2020-11-21T07:39:01.933" v="15" actId="2696"/>
        <pc:sldMkLst>
          <pc:docMk/>
          <pc:sldMk cId="834984014" sldId="333"/>
        </pc:sldMkLst>
      </pc:sldChg>
      <pc:sldChg chg="modSp add">
        <pc:chgData name="Uwe Ricken" userId="f02567aecbed924b" providerId="LiveId" clId="{263ECFB3-1516-4A61-954C-B1B389FF6A13}" dt="2020-11-23T07:37:09.336" v="3602" actId="20577"/>
        <pc:sldMkLst>
          <pc:docMk/>
          <pc:sldMk cId="1114402155" sldId="333"/>
        </pc:sldMkLst>
        <pc:spChg chg="mod">
          <ac:chgData name="Uwe Ricken" userId="f02567aecbed924b" providerId="LiveId" clId="{263ECFB3-1516-4A61-954C-B1B389FF6A13}" dt="2020-11-23T07:37:09.336" v="3602" actId="20577"/>
          <ac:spMkLst>
            <pc:docMk/>
            <pc:sldMk cId="1114402155" sldId="333"/>
            <ac:spMk id="3" creationId="{361FEBB4-320B-4F66-BD10-92F469CDF9C6}"/>
          </ac:spMkLst>
        </pc:spChg>
      </pc:sldChg>
      <pc:sldChg chg="add">
        <pc:chgData name="Uwe Ricken" userId="f02567aecbed924b" providerId="LiveId" clId="{263ECFB3-1516-4A61-954C-B1B389FF6A13}" dt="2020-11-21T07:58:23.666" v="393"/>
        <pc:sldMkLst>
          <pc:docMk/>
          <pc:sldMk cId="1466582520" sldId="334"/>
        </pc:sldMkLst>
      </pc:sldChg>
      <pc:sldChg chg="del">
        <pc:chgData name="Uwe Ricken" userId="f02567aecbed924b" providerId="LiveId" clId="{263ECFB3-1516-4A61-954C-B1B389FF6A13}" dt="2020-11-21T07:39:12.490" v="16" actId="2696"/>
        <pc:sldMkLst>
          <pc:docMk/>
          <pc:sldMk cId="3644705775" sldId="334"/>
        </pc:sldMkLst>
      </pc:sldChg>
      <pc:sldChg chg="addSp delSp modSp add modAnim">
        <pc:chgData name="Uwe Ricken" userId="f02567aecbed924b" providerId="LiveId" clId="{263ECFB3-1516-4A61-954C-B1B389FF6A13}" dt="2020-11-23T05:00:25.279" v="2261" actId="14100"/>
        <pc:sldMkLst>
          <pc:docMk/>
          <pc:sldMk cId="1881971790" sldId="335"/>
        </pc:sldMkLst>
        <pc:spChg chg="mod">
          <ac:chgData name="Uwe Ricken" userId="f02567aecbed924b" providerId="LiveId" clId="{263ECFB3-1516-4A61-954C-B1B389FF6A13}" dt="2020-11-21T10:54:30.888" v="830" actId="20577"/>
          <ac:spMkLst>
            <pc:docMk/>
            <pc:sldMk cId="1881971790" sldId="335"/>
            <ac:spMk id="2" creationId="{FAF8E456-20F3-42A4-9916-C4521AB1BD2A}"/>
          </ac:spMkLst>
        </pc:spChg>
        <pc:spChg chg="add del mod">
          <ac:chgData name="Uwe Ricken" userId="f02567aecbed924b" providerId="LiveId" clId="{263ECFB3-1516-4A61-954C-B1B389FF6A13}" dt="2020-11-22T08:29:47.565" v="872"/>
          <ac:spMkLst>
            <pc:docMk/>
            <pc:sldMk cId="1881971790" sldId="335"/>
            <ac:spMk id="5" creationId="{3C05D701-E348-40DD-B389-CFC67DDFF8D3}"/>
          </ac:spMkLst>
        </pc:spChg>
        <pc:spChg chg="add del mod">
          <ac:chgData name="Uwe Ricken" userId="f02567aecbed924b" providerId="LiveId" clId="{263ECFB3-1516-4A61-954C-B1B389FF6A13}" dt="2020-11-22T08:29:47.565" v="872"/>
          <ac:spMkLst>
            <pc:docMk/>
            <pc:sldMk cId="1881971790" sldId="335"/>
            <ac:spMk id="6" creationId="{D09A14B6-24B2-4B72-BE7B-68F80D23B8C4}"/>
          </ac:spMkLst>
        </pc:spChg>
        <pc:spChg chg="add del mod">
          <ac:chgData name="Uwe Ricken" userId="f02567aecbed924b" providerId="LiveId" clId="{263ECFB3-1516-4A61-954C-B1B389FF6A13}" dt="2020-11-22T08:29:57.710" v="873"/>
          <ac:spMkLst>
            <pc:docMk/>
            <pc:sldMk cId="1881971790" sldId="335"/>
            <ac:spMk id="8" creationId="{E6B09610-D392-4225-9085-71C2FEA7BFE7}"/>
          </ac:spMkLst>
        </pc:spChg>
        <pc:spChg chg="add del mod">
          <ac:chgData name="Uwe Ricken" userId="f02567aecbed924b" providerId="LiveId" clId="{263ECFB3-1516-4A61-954C-B1B389FF6A13}" dt="2020-11-23T04:54:55.797" v="2176" actId="478"/>
          <ac:spMkLst>
            <pc:docMk/>
            <pc:sldMk cId="1881971790" sldId="335"/>
            <ac:spMk id="9" creationId="{F1A63586-2F21-4FF6-B1E3-71FE721D70EF}"/>
          </ac:spMkLst>
        </pc:spChg>
        <pc:spChg chg="add del mod ord">
          <ac:chgData name="Uwe Ricken" userId="f02567aecbed924b" providerId="LiveId" clId="{263ECFB3-1516-4A61-954C-B1B389FF6A13}" dt="2020-11-23T04:54:14.229" v="2172" actId="478"/>
          <ac:spMkLst>
            <pc:docMk/>
            <pc:sldMk cId="1881971790" sldId="335"/>
            <ac:spMk id="11" creationId="{63BBCA85-491F-4576-8423-5957E5A90B28}"/>
          </ac:spMkLst>
        </pc:spChg>
        <pc:spChg chg="add del mod">
          <ac:chgData name="Uwe Ricken" userId="f02567aecbed924b" providerId="LiveId" clId="{263ECFB3-1516-4A61-954C-B1B389FF6A13}" dt="2020-11-23T04:48:56.054" v="2146"/>
          <ac:spMkLst>
            <pc:docMk/>
            <pc:sldMk cId="1881971790" sldId="335"/>
            <ac:spMk id="13" creationId="{BE5FFB88-0713-450F-A8F7-F43CB61EBC70}"/>
          </ac:spMkLst>
        </pc:spChg>
        <pc:spChg chg="add del mod">
          <ac:chgData name="Uwe Ricken" userId="f02567aecbed924b" providerId="LiveId" clId="{263ECFB3-1516-4A61-954C-B1B389FF6A13}" dt="2020-11-23T04:53:49.071" v="2170"/>
          <ac:spMkLst>
            <pc:docMk/>
            <pc:sldMk cId="1881971790" sldId="335"/>
            <ac:spMk id="17" creationId="{E5F854AE-0D31-470A-8C18-1D637AA97D09}"/>
          </ac:spMkLst>
        </pc:spChg>
        <pc:spChg chg="add del mod">
          <ac:chgData name="Uwe Ricken" userId="f02567aecbed924b" providerId="LiveId" clId="{263ECFB3-1516-4A61-954C-B1B389FF6A13}" dt="2020-11-23T04:55:01.317" v="2177"/>
          <ac:spMkLst>
            <pc:docMk/>
            <pc:sldMk cId="1881971790" sldId="335"/>
            <ac:spMk id="20" creationId="{49337FBD-4A3A-4553-85EE-0FEADB57BE76}"/>
          </ac:spMkLst>
        </pc:spChg>
        <pc:spChg chg="add del mod">
          <ac:chgData name="Uwe Ricken" userId="f02567aecbed924b" providerId="LiveId" clId="{263ECFB3-1516-4A61-954C-B1B389FF6A13}" dt="2020-11-23T04:55:21.793" v="2181"/>
          <ac:spMkLst>
            <pc:docMk/>
            <pc:sldMk cId="1881971790" sldId="335"/>
            <ac:spMk id="21" creationId="{0AD06206-8DD0-4269-A08A-402DBA89C985}"/>
          </ac:spMkLst>
        </pc:spChg>
        <pc:spChg chg="add mod">
          <ac:chgData name="Uwe Ricken" userId="f02567aecbed924b" providerId="LiveId" clId="{263ECFB3-1516-4A61-954C-B1B389FF6A13}" dt="2020-11-23T04:57:35.393" v="2196" actId="14100"/>
          <ac:spMkLst>
            <pc:docMk/>
            <pc:sldMk cId="1881971790" sldId="335"/>
            <ac:spMk id="24" creationId="{17E4E3D8-54D1-41DF-A0F5-E5EA15A198A5}"/>
          </ac:spMkLst>
        </pc:spChg>
        <pc:spChg chg="add mod">
          <ac:chgData name="Uwe Ricken" userId="f02567aecbed924b" providerId="LiveId" clId="{263ECFB3-1516-4A61-954C-B1B389FF6A13}" dt="2020-11-23T04:58:32.231" v="2217" actId="14100"/>
          <ac:spMkLst>
            <pc:docMk/>
            <pc:sldMk cId="1881971790" sldId="335"/>
            <ac:spMk id="25" creationId="{CBEC04E2-97B1-4859-B98A-F17CA120229B}"/>
          </ac:spMkLst>
        </pc:spChg>
        <pc:spChg chg="add mod">
          <ac:chgData name="Uwe Ricken" userId="f02567aecbed924b" providerId="LiveId" clId="{263ECFB3-1516-4A61-954C-B1B389FF6A13}" dt="2020-11-23T05:00:25.279" v="2261" actId="14100"/>
          <ac:spMkLst>
            <pc:docMk/>
            <pc:sldMk cId="1881971790" sldId="335"/>
            <ac:spMk id="26" creationId="{7B82C83A-43A5-4A0F-B5ED-FA6AF46745C9}"/>
          </ac:spMkLst>
        </pc:spChg>
        <pc:spChg chg="add mod">
          <ac:chgData name="Uwe Ricken" userId="f02567aecbed924b" providerId="LiveId" clId="{263ECFB3-1516-4A61-954C-B1B389FF6A13}" dt="2020-11-23T04:59:50.345" v="2258" actId="14100"/>
          <ac:spMkLst>
            <pc:docMk/>
            <pc:sldMk cId="1881971790" sldId="335"/>
            <ac:spMk id="27" creationId="{7F9C77D9-C8F0-4A92-BDF8-C5800045B03D}"/>
          </ac:spMkLst>
        </pc:spChg>
        <pc:graphicFrameChg chg="add del mod">
          <ac:chgData name="Uwe Ricken" userId="f02567aecbed924b" providerId="LiveId" clId="{263ECFB3-1516-4A61-954C-B1B389FF6A13}" dt="2020-11-23T04:54:34.674" v="2174" actId="478"/>
          <ac:graphicFrameMkLst>
            <pc:docMk/>
            <pc:sldMk cId="1881971790" sldId="335"/>
            <ac:graphicFrameMk id="18" creationId="{D71FCD7A-E133-45E2-A963-EF0BE335193B}"/>
          </ac:graphicFrameMkLst>
        </pc:graphicFrameChg>
        <pc:graphicFrameChg chg="add del mod">
          <ac:chgData name="Uwe Ricken" userId="f02567aecbed924b" providerId="LiveId" clId="{263ECFB3-1516-4A61-954C-B1B389FF6A13}" dt="2020-11-23T04:55:19.208" v="2180"/>
          <ac:graphicFrameMkLst>
            <pc:docMk/>
            <pc:sldMk cId="1881971790" sldId="335"/>
            <ac:graphicFrameMk id="22" creationId="{45321023-30F7-436A-88D1-ABD0B2405264}"/>
          </ac:graphicFrameMkLst>
        </pc:graphicFrameChg>
        <pc:graphicFrameChg chg="add mod modGraphic">
          <ac:chgData name="Uwe Ricken" userId="f02567aecbed924b" providerId="LiveId" clId="{263ECFB3-1516-4A61-954C-B1B389FF6A13}" dt="2020-11-23T04:56:33.336" v="2191" actId="2084"/>
          <ac:graphicFrameMkLst>
            <pc:docMk/>
            <pc:sldMk cId="1881971790" sldId="335"/>
            <ac:graphicFrameMk id="23" creationId="{B165E7EA-F108-41BA-9CF7-06854B68EEFD}"/>
          </ac:graphicFrameMkLst>
        </pc:graphicFrameChg>
        <pc:picChg chg="add del">
          <ac:chgData name="Uwe Ricken" userId="f02567aecbed924b" providerId="LiveId" clId="{263ECFB3-1516-4A61-954C-B1B389FF6A13}" dt="2020-11-22T08:29:18.153" v="864" actId="478"/>
          <ac:picMkLst>
            <pc:docMk/>
            <pc:sldMk cId="1881971790" sldId="335"/>
            <ac:picMk id="3" creationId="{E1EBD9D9-646C-4C11-9E9C-03AD7B7F2115}"/>
          </ac:picMkLst>
        </pc:picChg>
        <pc:picChg chg="add del mod">
          <ac:chgData name="Uwe Ricken" userId="f02567aecbed924b" providerId="LiveId" clId="{263ECFB3-1516-4A61-954C-B1B389FF6A13}" dt="2020-11-22T08:29:33.283" v="869"/>
          <ac:picMkLst>
            <pc:docMk/>
            <pc:sldMk cId="1881971790" sldId="335"/>
            <ac:picMk id="4" creationId="{D2678661-E3FE-467E-A5C0-EBBCC12C7F92}"/>
          </ac:picMkLst>
        </pc:picChg>
        <pc:picChg chg="add del">
          <ac:chgData name="Uwe Ricken" userId="f02567aecbed924b" providerId="LiveId" clId="{263ECFB3-1516-4A61-954C-B1B389FF6A13}" dt="2020-11-22T08:29:40.513" v="871"/>
          <ac:picMkLst>
            <pc:docMk/>
            <pc:sldMk cId="1881971790" sldId="335"/>
            <ac:picMk id="7" creationId="{65D7316F-4E6E-4FCD-88B0-E553B3EC24FD}"/>
          </ac:picMkLst>
        </pc:picChg>
        <pc:picChg chg="add del mod">
          <ac:chgData name="Uwe Ricken" userId="f02567aecbed924b" providerId="LiveId" clId="{263ECFB3-1516-4A61-954C-B1B389FF6A13}" dt="2020-11-23T04:48:40.205" v="2141" actId="478"/>
          <ac:picMkLst>
            <pc:docMk/>
            <pc:sldMk cId="1881971790" sldId="335"/>
            <ac:picMk id="10" creationId="{FFF76FC0-5FF5-475F-BFCA-182B946AFA3A}"/>
          </ac:picMkLst>
        </pc:picChg>
        <pc:picChg chg="add del mod">
          <ac:chgData name="Uwe Ricken" userId="f02567aecbed924b" providerId="LiveId" clId="{263ECFB3-1516-4A61-954C-B1B389FF6A13}" dt="2020-11-23T04:48:54.174" v="2145"/>
          <ac:picMkLst>
            <pc:docMk/>
            <pc:sldMk cId="1881971790" sldId="335"/>
            <ac:picMk id="14" creationId="{26ADC4E3-038C-47C5-86BD-2642E94602E2}"/>
          </ac:picMkLst>
        </pc:picChg>
        <pc:picChg chg="add del mod">
          <ac:chgData name="Uwe Ricken" userId="f02567aecbed924b" providerId="LiveId" clId="{263ECFB3-1516-4A61-954C-B1B389FF6A13}" dt="2020-11-23T04:53:20.521" v="2169" actId="478"/>
          <ac:picMkLst>
            <pc:docMk/>
            <pc:sldMk cId="1881971790" sldId="335"/>
            <ac:picMk id="15" creationId="{678BFB2E-80A3-4F3D-8101-BB4BB7FA8F6B}"/>
          </ac:picMkLst>
        </pc:picChg>
      </pc:sldChg>
      <pc:sldChg chg="del">
        <pc:chgData name="Uwe Ricken" userId="f02567aecbed924b" providerId="LiveId" clId="{263ECFB3-1516-4A61-954C-B1B389FF6A13}" dt="2020-11-21T07:39:12.508" v="17" actId="2696"/>
        <pc:sldMkLst>
          <pc:docMk/>
          <pc:sldMk cId="3407153879" sldId="335"/>
        </pc:sldMkLst>
      </pc:sldChg>
      <pc:sldChg chg="del">
        <pc:chgData name="Uwe Ricken" userId="f02567aecbed924b" providerId="LiveId" clId="{263ECFB3-1516-4A61-954C-B1B389FF6A13}" dt="2020-11-21T07:39:12.531" v="18" actId="2696"/>
        <pc:sldMkLst>
          <pc:docMk/>
          <pc:sldMk cId="797798106" sldId="336"/>
        </pc:sldMkLst>
      </pc:sldChg>
      <pc:sldChg chg="addSp delSp modSp add del">
        <pc:chgData name="Uwe Ricken" userId="f02567aecbed924b" providerId="LiveId" clId="{263ECFB3-1516-4A61-954C-B1B389FF6A13}" dt="2020-11-23T05:16:49.157" v="2423" actId="2696"/>
        <pc:sldMkLst>
          <pc:docMk/>
          <pc:sldMk cId="3972467274" sldId="336"/>
        </pc:sldMkLst>
        <pc:spChg chg="mod">
          <ac:chgData name="Uwe Ricken" userId="f02567aecbed924b" providerId="LiveId" clId="{263ECFB3-1516-4A61-954C-B1B389FF6A13}" dt="2020-11-22T08:37:55.891" v="1100" actId="20577"/>
          <ac:spMkLst>
            <pc:docMk/>
            <pc:sldMk cId="3972467274" sldId="336"/>
            <ac:spMk id="2" creationId="{EF8C7771-7E57-4A91-A86E-F0A2A24AB24F}"/>
          </ac:spMkLst>
        </pc:spChg>
        <pc:spChg chg="del">
          <ac:chgData name="Uwe Ricken" userId="f02567aecbed924b" providerId="LiveId" clId="{263ECFB3-1516-4A61-954C-B1B389FF6A13}" dt="2020-11-22T08:32:53.062" v="970"/>
          <ac:spMkLst>
            <pc:docMk/>
            <pc:sldMk cId="3972467274" sldId="336"/>
            <ac:spMk id="3" creationId="{15FA3FF6-377E-4AF3-A654-8D07DD7AA0F1}"/>
          </ac:spMkLst>
        </pc:spChg>
        <pc:spChg chg="mod">
          <ac:chgData name="Uwe Ricken" userId="f02567aecbed924b" providerId="LiveId" clId="{263ECFB3-1516-4A61-954C-B1B389FF6A13}" dt="2020-11-22T08:33:49.381" v="1085" actId="20577"/>
          <ac:spMkLst>
            <pc:docMk/>
            <pc:sldMk cId="3972467274" sldId="336"/>
            <ac:spMk id="4" creationId="{2984BF45-5389-4B58-9AC7-7D6FE19284F3}"/>
          </ac:spMkLst>
        </pc:spChg>
        <pc:spChg chg="add mod">
          <ac:chgData name="Uwe Ricken" userId="f02567aecbed924b" providerId="LiveId" clId="{263ECFB3-1516-4A61-954C-B1B389FF6A13}" dt="2020-11-22T08:38:22.257" v="1104" actId="14100"/>
          <ac:spMkLst>
            <pc:docMk/>
            <pc:sldMk cId="3972467274" sldId="336"/>
            <ac:spMk id="6" creationId="{FC5AFACB-413A-4294-9B50-E50A70F4A4DD}"/>
          </ac:spMkLst>
        </pc:spChg>
        <pc:picChg chg="add mod">
          <ac:chgData name="Uwe Ricken" userId="f02567aecbed924b" providerId="LiveId" clId="{263ECFB3-1516-4A61-954C-B1B389FF6A13}" dt="2020-11-22T08:33:12.462" v="973" actId="14100"/>
          <ac:picMkLst>
            <pc:docMk/>
            <pc:sldMk cId="3972467274" sldId="336"/>
            <ac:picMk id="5" creationId="{746EE7A8-8051-4F1E-8762-CB17A4FAF83A}"/>
          </ac:picMkLst>
        </pc:picChg>
      </pc:sldChg>
      <pc:sldChg chg="modSp add">
        <pc:chgData name="Uwe Ricken" userId="f02567aecbed924b" providerId="LiveId" clId="{263ECFB3-1516-4A61-954C-B1B389FF6A13}" dt="2020-11-22T09:59:24.943" v="1168" actId="113"/>
        <pc:sldMkLst>
          <pc:docMk/>
          <pc:sldMk cId="968348875" sldId="337"/>
        </pc:sldMkLst>
        <pc:spChg chg="mod">
          <ac:chgData name="Uwe Ricken" userId="f02567aecbed924b" providerId="LiveId" clId="{263ECFB3-1516-4A61-954C-B1B389FF6A13}" dt="2020-11-22T08:45:42.142" v="1150" actId="20577"/>
          <ac:spMkLst>
            <pc:docMk/>
            <pc:sldMk cId="968348875" sldId="337"/>
            <ac:spMk id="2" creationId="{824B81C0-1481-4093-A441-3F890DBDE4A5}"/>
          </ac:spMkLst>
        </pc:spChg>
        <pc:spChg chg="mod">
          <ac:chgData name="Uwe Ricken" userId="f02567aecbed924b" providerId="LiveId" clId="{263ECFB3-1516-4A61-954C-B1B389FF6A13}" dt="2020-11-22T09:59:24.943" v="1168" actId="113"/>
          <ac:spMkLst>
            <pc:docMk/>
            <pc:sldMk cId="968348875" sldId="337"/>
            <ac:spMk id="3" creationId="{263A8757-6AEF-4C0D-9202-F4B686EF0403}"/>
          </ac:spMkLst>
        </pc:spChg>
      </pc:sldChg>
      <pc:sldChg chg="del">
        <pc:chgData name="Uwe Ricken" userId="f02567aecbed924b" providerId="LiveId" clId="{263ECFB3-1516-4A61-954C-B1B389FF6A13}" dt="2020-11-21T07:39:12.557" v="19" actId="2696"/>
        <pc:sldMkLst>
          <pc:docMk/>
          <pc:sldMk cId="1221856116" sldId="337"/>
        </pc:sldMkLst>
      </pc:sldChg>
      <pc:sldChg chg="addSp delSp modSp add delAnim modAnim">
        <pc:chgData name="Uwe Ricken" userId="f02567aecbed924b" providerId="LiveId" clId="{263ECFB3-1516-4A61-954C-B1B389FF6A13}" dt="2020-11-23T05:28:34.826" v="2891"/>
        <pc:sldMkLst>
          <pc:docMk/>
          <pc:sldMk cId="613802121" sldId="338"/>
        </pc:sldMkLst>
        <pc:spChg chg="mod ord">
          <ac:chgData name="Uwe Ricken" userId="f02567aecbed924b" providerId="LiveId" clId="{263ECFB3-1516-4A61-954C-B1B389FF6A13}" dt="2020-11-22T10:38:00.603" v="1349"/>
          <ac:spMkLst>
            <pc:docMk/>
            <pc:sldMk cId="613802121" sldId="338"/>
            <ac:spMk id="2" creationId="{7ED28AFB-A136-4EED-B77F-524173F21514}"/>
          </ac:spMkLst>
        </pc:spChg>
        <pc:spChg chg="del">
          <ac:chgData name="Uwe Ricken" userId="f02567aecbed924b" providerId="LiveId" clId="{263ECFB3-1516-4A61-954C-B1B389FF6A13}" dt="2020-11-22T10:02:55.663" v="1185"/>
          <ac:spMkLst>
            <pc:docMk/>
            <pc:sldMk cId="613802121" sldId="338"/>
            <ac:spMk id="3" creationId="{BDB85335-BEC9-45CB-A730-311A7E2BACD2}"/>
          </ac:spMkLst>
        </pc:spChg>
        <pc:spChg chg="add del mod">
          <ac:chgData name="Uwe Ricken" userId="f02567aecbed924b" providerId="LiveId" clId="{263ECFB3-1516-4A61-954C-B1B389FF6A13}" dt="2020-11-22T10:02:59.234" v="1186"/>
          <ac:spMkLst>
            <pc:docMk/>
            <pc:sldMk cId="613802121" sldId="338"/>
            <ac:spMk id="4" creationId="{DA754D13-F4BB-4BF2-8729-0813A7BEC012}"/>
          </ac:spMkLst>
        </pc:spChg>
        <pc:spChg chg="add del mod">
          <ac:chgData name="Uwe Ricken" userId="f02567aecbed924b" providerId="LiveId" clId="{263ECFB3-1516-4A61-954C-B1B389FF6A13}" dt="2020-11-22T10:05:33.918" v="1192"/>
          <ac:spMkLst>
            <pc:docMk/>
            <pc:sldMk cId="613802121" sldId="338"/>
            <ac:spMk id="5" creationId="{4E35CFC2-4C56-475C-B74B-B4FBB4DA00F1}"/>
          </ac:spMkLst>
        </pc:spChg>
        <pc:spChg chg="add mod">
          <ac:chgData name="Uwe Ricken" userId="f02567aecbed924b" providerId="LiveId" clId="{263ECFB3-1516-4A61-954C-B1B389FF6A13}" dt="2020-11-22T10:28:29.842" v="1290" actId="164"/>
          <ac:spMkLst>
            <pc:docMk/>
            <pc:sldMk cId="613802121" sldId="338"/>
            <ac:spMk id="7" creationId="{E9661112-98A8-4AE2-A9D2-ED5A97170ADB}"/>
          </ac:spMkLst>
        </pc:spChg>
        <pc:spChg chg="add mod ord topLvl">
          <ac:chgData name="Uwe Ricken" userId="f02567aecbed924b" providerId="LiveId" clId="{263ECFB3-1516-4A61-954C-B1B389FF6A13}" dt="2020-11-22T10:33:51.779" v="1329" actId="164"/>
          <ac:spMkLst>
            <pc:docMk/>
            <pc:sldMk cId="613802121" sldId="338"/>
            <ac:spMk id="9" creationId="{3167AB6D-5E93-4579-A839-21CDF3187D80}"/>
          </ac:spMkLst>
        </pc:spChg>
        <pc:spChg chg="add mod ord topLvl">
          <ac:chgData name="Uwe Ricken" userId="f02567aecbed924b" providerId="LiveId" clId="{263ECFB3-1516-4A61-954C-B1B389FF6A13}" dt="2020-11-22T10:31:23.577" v="1309" actId="164"/>
          <ac:spMkLst>
            <pc:docMk/>
            <pc:sldMk cId="613802121" sldId="338"/>
            <ac:spMk id="23" creationId="{9A135DD3-CDF0-4777-AB42-5F8A9000EF4B}"/>
          </ac:spMkLst>
        </pc:spChg>
        <pc:spChg chg="add mod">
          <ac:chgData name="Uwe Ricken" userId="f02567aecbed924b" providerId="LiveId" clId="{263ECFB3-1516-4A61-954C-B1B389FF6A13}" dt="2020-11-23T05:21:43.212" v="2497" actId="255"/>
          <ac:spMkLst>
            <pc:docMk/>
            <pc:sldMk cId="613802121" sldId="338"/>
            <ac:spMk id="36" creationId="{7DDE5B1A-3B73-4E4F-A070-0EE2DC41A7C2}"/>
          </ac:spMkLst>
        </pc:spChg>
        <pc:spChg chg="add mod">
          <ac:chgData name="Uwe Ricken" userId="f02567aecbed924b" providerId="LiveId" clId="{263ECFB3-1516-4A61-954C-B1B389FF6A13}" dt="2020-11-23T05:22:04.980" v="2507" actId="20577"/>
          <ac:spMkLst>
            <pc:docMk/>
            <pc:sldMk cId="613802121" sldId="338"/>
            <ac:spMk id="37" creationId="{0547E985-1A60-4EF5-89FB-42314C4ABD98}"/>
          </ac:spMkLst>
        </pc:spChg>
        <pc:spChg chg="add mod">
          <ac:chgData name="Uwe Ricken" userId="f02567aecbed924b" providerId="LiveId" clId="{263ECFB3-1516-4A61-954C-B1B389FF6A13}" dt="2020-11-23T05:25:25.249" v="2881" actId="20577"/>
          <ac:spMkLst>
            <pc:docMk/>
            <pc:sldMk cId="613802121" sldId="338"/>
            <ac:spMk id="38" creationId="{22C59E4C-7A17-43FF-B093-6C7EB5106E9D}"/>
          </ac:spMkLst>
        </pc:spChg>
        <pc:spChg chg="add mod">
          <ac:chgData name="Uwe Ricken" userId="f02567aecbed924b" providerId="LiveId" clId="{263ECFB3-1516-4A61-954C-B1B389FF6A13}" dt="2020-11-23T05:28:11.756" v="2890" actId="554"/>
          <ac:spMkLst>
            <pc:docMk/>
            <pc:sldMk cId="613802121" sldId="338"/>
            <ac:spMk id="39" creationId="{8492B5B8-213E-4D93-8C42-917DC8AD08DE}"/>
          </ac:spMkLst>
        </pc:spChg>
        <pc:spChg chg="add mod">
          <ac:chgData name="Uwe Ricken" userId="f02567aecbed924b" providerId="LiveId" clId="{263ECFB3-1516-4A61-954C-B1B389FF6A13}" dt="2020-11-23T05:28:11.756" v="2890" actId="554"/>
          <ac:spMkLst>
            <pc:docMk/>
            <pc:sldMk cId="613802121" sldId="338"/>
            <ac:spMk id="40" creationId="{B5278419-A7BC-4878-8A90-DCA0D5B92334}"/>
          </ac:spMkLst>
        </pc:spChg>
        <pc:grpChg chg="add del mod ord">
          <ac:chgData name="Uwe Ricken" userId="f02567aecbed924b" providerId="LiveId" clId="{263ECFB3-1516-4A61-954C-B1B389FF6A13}" dt="2020-11-23T05:20:43.680" v="2482" actId="478"/>
          <ac:grpSpMkLst>
            <pc:docMk/>
            <pc:sldMk cId="613802121" sldId="338"/>
            <ac:grpSpMk id="25" creationId="{A92CA038-60C2-4041-B19A-B2B9D7B0A714}"/>
          </ac:grpSpMkLst>
        </pc:grpChg>
        <pc:grpChg chg="add del mod">
          <ac:chgData name="Uwe Ricken" userId="f02567aecbed924b" providerId="LiveId" clId="{263ECFB3-1516-4A61-954C-B1B389FF6A13}" dt="2020-11-22T10:31:03.746" v="1306" actId="165"/>
          <ac:grpSpMkLst>
            <pc:docMk/>
            <pc:sldMk cId="613802121" sldId="338"/>
            <ac:grpSpMk id="26" creationId="{4A09DFCC-0D2C-4DE1-A204-5BBA9F5CD352}"/>
          </ac:grpSpMkLst>
        </pc:grpChg>
        <pc:grpChg chg="add del mod">
          <ac:chgData name="Uwe Ricken" userId="f02567aecbed924b" providerId="LiveId" clId="{263ECFB3-1516-4A61-954C-B1B389FF6A13}" dt="2020-11-23T05:20:36.303" v="2480" actId="478"/>
          <ac:grpSpMkLst>
            <pc:docMk/>
            <pc:sldMk cId="613802121" sldId="338"/>
            <ac:grpSpMk id="27" creationId="{50A5242E-3D29-49EF-B51D-AE7F370178C4}"/>
          </ac:grpSpMkLst>
        </pc:grpChg>
        <pc:grpChg chg="add del mod">
          <ac:chgData name="Uwe Ricken" userId="f02567aecbed924b" providerId="LiveId" clId="{263ECFB3-1516-4A61-954C-B1B389FF6A13}" dt="2020-11-22T10:33:30.718" v="1326" actId="165"/>
          <ac:grpSpMkLst>
            <pc:docMk/>
            <pc:sldMk cId="613802121" sldId="338"/>
            <ac:grpSpMk id="30" creationId="{B2481A75-4569-4F54-8940-0C757167A66C}"/>
          </ac:grpSpMkLst>
        </pc:grpChg>
        <pc:grpChg chg="add del mod">
          <ac:chgData name="Uwe Ricken" userId="f02567aecbed924b" providerId="LiveId" clId="{263ECFB3-1516-4A61-954C-B1B389FF6A13}" dt="2020-11-23T05:20:36.303" v="2480" actId="478"/>
          <ac:grpSpMkLst>
            <pc:docMk/>
            <pc:sldMk cId="613802121" sldId="338"/>
            <ac:grpSpMk id="31" creationId="{870977AB-F288-4916-AB39-F9EACBED8D49}"/>
          </ac:grpSpMkLst>
        </pc:grpChg>
        <pc:picChg chg="add del mod">
          <ac:chgData name="Uwe Ricken" userId="f02567aecbed924b" providerId="LiveId" clId="{263ECFB3-1516-4A61-954C-B1B389FF6A13}" dt="2020-11-22T10:27:57.841" v="1286"/>
          <ac:picMkLst>
            <pc:docMk/>
            <pc:sldMk cId="613802121" sldId="338"/>
            <ac:picMk id="6" creationId="{D4A49072-DE6D-47C0-8B78-82F257A23CD6}"/>
          </ac:picMkLst>
        </pc:picChg>
        <pc:picChg chg="add del mod">
          <ac:chgData name="Uwe Ricken" userId="f02567aecbed924b" providerId="LiveId" clId="{263ECFB3-1516-4A61-954C-B1B389FF6A13}" dt="2020-11-22T10:32:06.420" v="1313"/>
          <ac:picMkLst>
            <pc:docMk/>
            <pc:sldMk cId="613802121" sldId="338"/>
            <ac:picMk id="8" creationId="{73134431-6CC5-4025-9A8C-85B5AECAFBB1}"/>
          </ac:picMkLst>
        </pc:picChg>
        <pc:picChg chg="add mod ord topLvl modCrop">
          <ac:chgData name="Uwe Ricken" userId="f02567aecbed924b" providerId="LiveId" clId="{263ECFB3-1516-4A61-954C-B1B389FF6A13}" dt="2020-11-22T10:31:23.577" v="1309" actId="164"/>
          <ac:picMkLst>
            <pc:docMk/>
            <pc:sldMk cId="613802121" sldId="338"/>
            <ac:picMk id="10" creationId="{FF06CC25-28CD-472E-9787-9A85F8F88E1F}"/>
          </ac:picMkLst>
        </pc:picChg>
        <pc:picChg chg="add mod ord">
          <ac:chgData name="Uwe Ricken" userId="f02567aecbed924b" providerId="LiveId" clId="{263ECFB3-1516-4A61-954C-B1B389FF6A13}" dt="2020-11-22T10:28:29.842" v="1290" actId="164"/>
          <ac:picMkLst>
            <pc:docMk/>
            <pc:sldMk cId="613802121" sldId="338"/>
            <ac:picMk id="24" creationId="{03D7EE3C-6D1C-413C-9DF3-58AB8362ADDB}"/>
          </ac:picMkLst>
        </pc:picChg>
        <pc:picChg chg="add del">
          <ac:chgData name="Uwe Ricken" userId="f02567aecbed924b" providerId="LiveId" clId="{263ECFB3-1516-4A61-954C-B1B389FF6A13}" dt="2020-11-22T10:32:10.709" v="1315" actId="478"/>
          <ac:picMkLst>
            <pc:docMk/>
            <pc:sldMk cId="613802121" sldId="338"/>
            <ac:picMk id="28" creationId="{4A7EDF9C-666E-4940-AD7D-6BC229174BC7}"/>
          </ac:picMkLst>
        </pc:picChg>
        <pc:picChg chg="add mod topLvl modCrop">
          <ac:chgData name="Uwe Ricken" userId="f02567aecbed924b" providerId="LiveId" clId="{263ECFB3-1516-4A61-954C-B1B389FF6A13}" dt="2020-11-22T10:33:51.779" v="1329" actId="164"/>
          <ac:picMkLst>
            <pc:docMk/>
            <pc:sldMk cId="613802121" sldId="338"/>
            <ac:picMk id="29" creationId="{86A49BE1-1B88-49C9-AF96-C7ED38F0DBAF}"/>
          </ac:picMkLst>
        </pc:picChg>
        <pc:picChg chg="add mod">
          <ac:chgData name="Uwe Ricken" userId="f02567aecbed924b" providerId="LiveId" clId="{263ECFB3-1516-4A61-954C-B1B389FF6A13}" dt="2020-11-23T05:22:13.359" v="2508" actId="14861"/>
          <ac:picMkLst>
            <pc:docMk/>
            <pc:sldMk cId="613802121" sldId="338"/>
            <ac:picMk id="35" creationId="{D274588D-460C-42C4-AD8E-1D6AF579E00F}"/>
          </ac:picMkLst>
        </pc:picChg>
        <pc:cxnChg chg="add del mod">
          <ac:chgData name="Uwe Ricken" userId="f02567aecbed924b" providerId="LiveId" clId="{263ECFB3-1516-4A61-954C-B1B389FF6A13}" dt="2020-11-22T10:11:43.739" v="1215" actId="478"/>
          <ac:cxnSpMkLst>
            <pc:docMk/>
            <pc:sldMk cId="613802121" sldId="338"/>
            <ac:cxnSpMk id="12" creationId="{6EB958BC-74B8-4BF3-A05E-A38AA0ECD4D9}"/>
          </ac:cxnSpMkLst>
        </pc:cxnChg>
        <pc:cxnChg chg="add del mod ord">
          <ac:chgData name="Uwe Ricken" userId="f02567aecbed924b" providerId="LiveId" clId="{263ECFB3-1516-4A61-954C-B1B389FF6A13}" dt="2020-11-23T05:20:40.658" v="2481" actId="478"/>
          <ac:cxnSpMkLst>
            <pc:docMk/>
            <pc:sldMk cId="613802121" sldId="338"/>
            <ac:cxnSpMk id="14" creationId="{B6930F80-F4A2-4190-BD09-3367F9CE8890}"/>
          </ac:cxnSpMkLst>
        </pc:cxnChg>
        <pc:cxnChg chg="add del mod ord">
          <ac:chgData name="Uwe Ricken" userId="f02567aecbed924b" providerId="LiveId" clId="{263ECFB3-1516-4A61-954C-B1B389FF6A13}" dt="2020-11-23T05:20:40.658" v="2481" actId="478"/>
          <ac:cxnSpMkLst>
            <pc:docMk/>
            <pc:sldMk cId="613802121" sldId="338"/>
            <ac:cxnSpMk id="16" creationId="{60234E07-9C0A-4CCA-8570-6B87397C3D67}"/>
          </ac:cxnSpMkLst>
        </pc:cxnChg>
        <pc:cxnChg chg="add del mod ord">
          <ac:chgData name="Uwe Ricken" userId="f02567aecbed924b" providerId="LiveId" clId="{263ECFB3-1516-4A61-954C-B1B389FF6A13}" dt="2020-11-23T05:20:40.658" v="2481" actId="478"/>
          <ac:cxnSpMkLst>
            <pc:docMk/>
            <pc:sldMk cId="613802121" sldId="338"/>
            <ac:cxnSpMk id="18" creationId="{266382DA-6B81-4F10-92C2-97F24FD8DEF8}"/>
          </ac:cxnSpMkLst>
        </pc:cxnChg>
      </pc:sldChg>
      <pc:sldChg chg="addSp delSp modSp add modAnim">
        <pc:chgData name="Uwe Ricken" userId="f02567aecbed924b" providerId="LiveId" clId="{263ECFB3-1516-4A61-954C-B1B389FF6A13}" dt="2020-11-23T04:54:25.128" v="2173"/>
        <pc:sldMkLst>
          <pc:docMk/>
          <pc:sldMk cId="2164216664" sldId="339"/>
        </pc:sldMkLst>
        <pc:spChg chg="mod">
          <ac:chgData name="Uwe Ricken" userId="f02567aecbed924b" providerId="LiveId" clId="{263ECFB3-1516-4A61-954C-B1B389FF6A13}" dt="2020-11-22T13:50:21.449" v="1738" actId="20577"/>
          <ac:spMkLst>
            <pc:docMk/>
            <pc:sldMk cId="2164216664" sldId="339"/>
            <ac:spMk id="2" creationId="{E22293A8-C8D3-4FCF-9CFC-E59171C01533}"/>
          </ac:spMkLst>
        </pc:spChg>
        <pc:spChg chg="del">
          <ac:chgData name="Uwe Ricken" userId="f02567aecbed924b" providerId="LiveId" clId="{263ECFB3-1516-4A61-954C-B1B389FF6A13}" dt="2020-11-22T13:50:26.944" v="1739"/>
          <ac:spMkLst>
            <pc:docMk/>
            <pc:sldMk cId="2164216664" sldId="339"/>
            <ac:spMk id="3" creationId="{28FF6004-B9A9-4547-92F1-879A2424AF60}"/>
          </ac:spMkLst>
        </pc:spChg>
        <pc:spChg chg="del">
          <ac:chgData name="Uwe Ricken" userId="f02567aecbed924b" providerId="LiveId" clId="{263ECFB3-1516-4A61-954C-B1B389FF6A13}" dt="2020-11-22T13:50:26.944" v="1739"/>
          <ac:spMkLst>
            <pc:docMk/>
            <pc:sldMk cId="2164216664" sldId="339"/>
            <ac:spMk id="4" creationId="{B5931F73-6183-400F-9E25-6E52D3995FA2}"/>
          </ac:spMkLst>
        </pc:spChg>
        <pc:spChg chg="add mod">
          <ac:chgData name="Uwe Ricken" userId="f02567aecbed924b" providerId="LiveId" clId="{263ECFB3-1516-4A61-954C-B1B389FF6A13}" dt="2020-11-22T13:55:05.251" v="2026" actId="20577"/>
          <ac:spMkLst>
            <pc:docMk/>
            <pc:sldMk cId="2164216664" sldId="339"/>
            <ac:spMk id="5" creationId="{D7289D5B-32F8-4BF2-A349-8B075A13474D}"/>
          </ac:spMkLst>
        </pc:spChg>
        <pc:spChg chg="add mod">
          <ac:chgData name="Uwe Ricken" userId="f02567aecbed924b" providerId="LiveId" clId="{263ECFB3-1516-4A61-954C-B1B389FF6A13}" dt="2020-11-22T14:00:28.705" v="2107" actId="14100"/>
          <ac:spMkLst>
            <pc:docMk/>
            <pc:sldMk cId="2164216664" sldId="339"/>
            <ac:spMk id="7" creationId="{8DBB47DF-D339-4D5A-85D3-706C8F4DAC47}"/>
          </ac:spMkLst>
        </pc:spChg>
        <pc:spChg chg="add mod">
          <ac:chgData name="Uwe Ricken" userId="f02567aecbed924b" providerId="LiveId" clId="{263ECFB3-1516-4A61-954C-B1B389FF6A13}" dt="2020-11-22T14:00:02.553" v="2105" actId="14100"/>
          <ac:spMkLst>
            <pc:docMk/>
            <pc:sldMk cId="2164216664" sldId="339"/>
            <ac:spMk id="8" creationId="{9EC117B4-C98B-4DE0-81D5-D7EF28D354A1}"/>
          </ac:spMkLst>
        </pc:spChg>
        <pc:spChg chg="add mod">
          <ac:chgData name="Uwe Ricken" userId="f02567aecbed924b" providerId="LiveId" clId="{263ECFB3-1516-4A61-954C-B1B389FF6A13}" dt="2020-11-22T14:01:15.163" v="2131" actId="14100"/>
          <ac:spMkLst>
            <pc:docMk/>
            <pc:sldMk cId="2164216664" sldId="339"/>
            <ac:spMk id="9" creationId="{DDF2A823-D11C-46A7-B36C-FF1D23816DE2}"/>
          </ac:spMkLst>
        </pc:spChg>
        <pc:graphicFrameChg chg="add mod modGraphic">
          <ac:chgData name="Uwe Ricken" userId="f02567aecbed924b" providerId="LiveId" clId="{263ECFB3-1516-4A61-954C-B1B389FF6A13}" dt="2020-11-23T04:54:25.128" v="2173"/>
          <ac:graphicFrameMkLst>
            <pc:docMk/>
            <pc:sldMk cId="2164216664" sldId="339"/>
            <ac:graphicFrameMk id="6" creationId="{0BFFEEE4-FFC6-4D91-8E0F-9FD170E5BD58}"/>
          </ac:graphicFrameMkLst>
        </pc:graphicFrameChg>
        <pc:cxnChg chg="add mod">
          <ac:chgData name="Uwe Ricken" userId="f02567aecbed924b" providerId="LiveId" clId="{263ECFB3-1516-4A61-954C-B1B389FF6A13}" dt="2020-11-22T14:02:14.344" v="2137" actId="14100"/>
          <ac:cxnSpMkLst>
            <pc:docMk/>
            <pc:sldMk cId="2164216664" sldId="339"/>
            <ac:cxnSpMk id="11" creationId="{00331851-4F34-4FEE-B2B2-133CDD620911}"/>
          </ac:cxnSpMkLst>
        </pc:cxnChg>
        <pc:cxnChg chg="add mod">
          <ac:chgData name="Uwe Ricken" userId="f02567aecbed924b" providerId="LiveId" clId="{263ECFB3-1516-4A61-954C-B1B389FF6A13}" dt="2020-11-22T14:02:20.088" v="2138" actId="14100"/>
          <ac:cxnSpMkLst>
            <pc:docMk/>
            <pc:sldMk cId="2164216664" sldId="339"/>
            <ac:cxnSpMk id="13" creationId="{95ABC510-764B-49C2-88E9-149E13C016E9}"/>
          </ac:cxnSpMkLst>
        </pc:cxnChg>
        <pc:cxnChg chg="add mod">
          <ac:chgData name="Uwe Ricken" userId="f02567aecbed924b" providerId="LiveId" clId="{263ECFB3-1516-4A61-954C-B1B389FF6A13}" dt="2020-11-22T14:02:26.984" v="2139" actId="11529"/>
          <ac:cxnSpMkLst>
            <pc:docMk/>
            <pc:sldMk cId="2164216664" sldId="339"/>
            <ac:cxnSpMk id="19" creationId="{FB7BFDC0-F1B5-4E9A-AFD3-FFB76D5F5DC2}"/>
          </ac:cxnSpMkLst>
        </pc:cxnChg>
      </pc:sldChg>
      <pc:sldChg chg="addSp delSp modSp add modAnim">
        <pc:chgData name="Uwe Ricken" userId="f02567aecbed924b" providerId="LiveId" clId="{263ECFB3-1516-4A61-954C-B1B389FF6A13}" dt="2020-11-23T05:15:47.733" v="2422" actId="113"/>
        <pc:sldMkLst>
          <pc:docMk/>
          <pc:sldMk cId="2002121661" sldId="340"/>
        </pc:sldMkLst>
        <pc:spChg chg="mod">
          <ac:chgData name="Uwe Ricken" userId="f02567aecbed924b" providerId="LiveId" clId="{263ECFB3-1516-4A61-954C-B1B389FF6A13}" dt="2020-11-23T05:02:31.474" v="2275" actId="20577"/>
          <ac:spMkLst>
            <pc:docMk/>
            <pc:sldMk cId="2002121661" sldId="340"/>
            <ac:spMk id="2" creationId="{A8F49810-2F15-47E9-9A17-9F166DF3939A}"/>
          </ac:spMkLst>
        </pc:spChg>
        <pc:spChg chg="del">
          <ac:chgData name="Uwe Ricken" userId="f02567aecbed924b" providerId="LiveId" clId="{263ECFB3-1516-4A61-954C-B1B389FF6A13}" dt="2020-11-23T05:02:34.780" v="2276"/>
          <ac:spMkLst>
            <pc:docMk/>
            <pc:sldMk cId="2002121661" sldId="340"/>
            <ac:spMk id="3" creationId="{5687F4F0-F596-47DB-BF60-FCECCBF3CBBF}"/>
          </ac:spMkLst>
        </pc:spChg>
        <pc:spChg chg="add del mod">
          <ac:chgData name="Uwe Ricken" userId="f02567aecbed924b" providerId="LiveId" clId="{263ECFB3-1516-4A61-954C-B1B389FF6A13}" dt="2020-11-23T05:07:31.226" v="2332" actId="478"/>
          <ac:spMkLst>
            <pc:docMk/>
            <pc:sldMk cId="2002121661" sldId="340"/>
            <ac:spMk id="5" creationId="{ACCE6BE7-00D5-48C7-8A4D-37310BBDE315}"/>
          </ac:spMkLst>
        </pc:spChg>
        <pc:spChg chg="add del mod">
          <ac:chgData name="Uwe Ricken" userId="f02567aecbed924b" providerId="LiveId" clId="{263ECFB3-1516-4A61-954C-B1B389FF6A13}" dt="2020-11-23T05:08:13.862" v="2334" actId="478"/>
          <ac:spMkLst>
            <pc:docMk/>
            <pc:sldMk cId="2002121661" sldId="340"/>
            <ac:spMk id="6" creationId="{4EB8C923-6966-4C0D-A665-5AB5A3204AB5}"/>
          </ac:spMkLst>
        </pc:spChg>
        <pc:spChg chg="add del mod">
          <ac:chgData name="Uwe Ricken" userId="f02567aecbed924b" providerId="LiveId" clId="{263ECFB3-1516-4A61-954C-B1B389FF6A13}" dt="2020-11-23T05:08:09.225" v="2333" actId="478"/>
          <ac:spMkLst>
            <pc:docMk/>
            <pc:sldMk cId="2002121661" sldId="340"/>
            <ac:spMk id="7" creationId="{141C464D-DF07-49A2-A828-1B3ACF7BBBE2}"/>
          </ac:spMkLst>
        </pc:spChg>
        <pc:spChg chg="add mod">
          <ac:chgData name="Uwe Ricken" userId="f02567aecbed924b" providerId="LiveId" clId="{263ECFB3-1516-4A61-954C-B1B389FF6A13}" dt="2020-11-23T05:10:34.865" v="2347" actId="1582"/>
          <ac:spMkLst>
            <pc:docMk/>
            <pc:sldMk cId="2002121661" sldId="340"/>
            <ac:spMk id="8" creationId="{64B93786-0CA7-432F-AC4A-4C14C006442E}"/>
          </ac:spMkLst>
        </pc:spChg>
        <pc:spChg chg="add mod">
          <ac:chgData name="Uwe Ricken" userId="f02567aecbed924b" providerId="LiveId" clId="{263ECFB3-1516-4A61-954C-B1B389FF6A13}" dt="2020-11-23T05:12:27.474" v="2357" actId="1076"/>
          <ac:spMkLst>
            <pc:docMk/>
            <pc:sldMk cId="2002121661" sldId="340"/>
            <ac:spMk id="9" creationId="{1A91188F-2219-48AF-873E-99CACB74480F}"/>
          </ac:spMkLst>
        </pc:spChg>
        <pc:spChg chg="add mod">
          <ac:chgData name="Uwe Ricken" userId="f02567aecbed924b" providerId="LiveId" clId="{263ECFB3-1516-4A61-954C-B1B389FF6A13}" dt="2020-11-23T05:11:30.665" v="2353" actId="1582"/>
          <ac:spMkLst>
            <pc:docMk/>
            <pc:sldMk cId="2002121661" sldId="340"/>
            <ac:spMk id="10" creationId="{91E019A0-6736-43E5-8D61-42BA53BB9B2C}"/>
          </ac:spMkLst>
        </pc:spChg>
        <pc:spChg chg="add mod">
          <ac:chgData name="Uwe Ricken" userId="f02567aecbed924b" providerId="LiveId" clId="{263ECFB3-1516-4A61-954C-B1B389FF6A13}" dt="2020-11-23T05:15:47.733" v="2422" actId="113"/>
          <ac:spMkLst>
            <pc:docMk/>
            <pc:sldMk cId="2002121661" sldId="340"/>
            <ac:spMk id="11" creationId="{F73D41CF-1BF5-4185-A9B7-8E897078084B}"/>
          </ac:spMkLst>
        </pc:spChg>
        <pc:picChg chg="add mod">
          <ac:chgData name="Uwe Ricken" userId="f02567aecbed924b" providerId="LiveId" clId="{263ECFB3-1516-4A61-954C-B1B389FF6A13}" dt="2020-11-23T05:10:15.555" v="2343" actId="14100"/>
          <ac:picMkLst>
            <pc:docMk/>
            <pc:sldMk cId="2002121661" sldId="340"/>
            <ac:picMk id="4" creationId="{21B26A0F-3904-4210-BDF7-90AADD3BB15D}"/>
          </ac:picMkLst>
        </pc:picChg>
      </pc:sldChg>
      <pc:sldChg chg="addSp modSp add del">
        <pc:chgData name="Uwe Ricken" userId="f02567aecbed924b" providerId="LiveId" clId="{263ECFB3-1516-4A61-954C-B1B389FF6A13}" dt="2020-11-23T05:05:28.802" v="2324" actId="2696"/>
        <pc:sldMkLst>
          <pc:docMk/>
          <pc:sldMk cId="316018238" sldId="341"/>
        </pc:sldMkLst>
        <pc:spChg chg="mod">
          <ac:chgData name="Uwe Ricken" userId="f02567aecbed924b" providerId="LiveId" clId="{263ECFB3-1516-4A61-954C-B1B389FF6A13}" dt="2020-11-23T05:05:16.245" v="2321" actId="208"/>
          <ac:spMkLst>
            <pc:docMk/>
            <pc:sldMk cId="316018238" sldId="341"/>
            <ac:spMk id="5" creationId="{ACCE6BE7-00D5-48C7-8A4D-37310BBDE315}"/>
          </ac:spMkLst>
        </pc:spChg>
        <pc:spChg chg="add mod">
          <ac:chgData name="Uwe Ricken" userId="f02567aecbed924b" providerId="LiveId" clId="{263ECFB3-1516-4A61-954C-B1B389FF6A13}" dt="2020-11-23T05:05:23.253" v="2323" actId="1076"/>
          <ac:spMkLst>
            <pc:docMk/>
            <pc:sldMk cId="316018238" sldId="341"/>
            <ac:spMk id="7" creationId="{D1680227-171F-4119-AFD1-E3593295F498}"/>
          </ac:spMkLst>
        </pc:spChg>
      </pc:sldChg>
      <pc:sldChg chg="addSp delSp modSp add modAnim">
        <pc:chgData name="Uwe Ricken" userId="f02567aecbed924b" providerId="LiveId" clId="{263ECFB3-1516-4A61-954C-B1B389FF6A13}" dt="2020-11-23T05:55:51.389" v="3064" actId="208"/>
        <pc:sldMkLst>
          <pc:docMk/>
          <pc:sldMk cId="1293471103" sldId="341"/>
        </pc:sldMkLst>
        <pc:spChg chg="del">
          <ac:chgData name="Uwe Ricken" userId="f02567aecbed924b" providerId="LiveId" clId="{263ECFB3-1516-4A61-954C-B1B389FF6A13}" dt="2020-11-23T05:34:06.229" v="2893"/>
          <ac:spMkLst>
            <pc:docMk/>
            <pc:sldMk cId="1293471103" sldId="341"/>
            <ac:spMk id="2" creationId="{00CF87BA-FFA1-4B10-90CC-892C9FF39A5D}"/>
          </ac:spMkLst>
        </pc:spChg>
        <pc:spChg chg="del">
          <ac:chgData name="Uwe Ricken" userId="f02567aecbed924b" providerId="LiveId" clId="{263ECFB3-1516-4A61-954C-B1B389FF6A13}" dt="2020-11-23T05:34:06.229" v="2893"/>
          <ac:spMkLst>
            <pc:docMk/>
            <pc:sldMk cId="1293471103" sldId="341"/>
            <ac:spMk id="3" creationId="{5C111FD7-4C52-4E7E-A5B9-CB87E788A984}"/>
          </ac:spMkLst>
        </pc:spChg>
        <pc:spChg chg="add mod">
          <ac:chgData name="Uwe Ricken" userId="f02567aecbed924b" providerId="LiveId" clId="{263ECFB3-1516-4A61-954C-B1B389FF6A13}" dt="2020-11-23T05:52:16.552" v="3046" actId="20577"/>
          <ac:spMkLst>
            <pc:docMk/>
            <pc:sldMk cId="1293471103" sldId="341"/>
            <ac:spMk id="4" creationId="{148D6E28-E0E4-41C0-A1E6-A35E291E3903}"/>
          </ac:spMkLst>
        </pc:spChg>
        <pc:spChg chg="add mod">
          <ac:chgData name="Uwe Ricken" userId="f02567aecbed924b" providerId="LiveId" clId="{263ECFB3-1516-4A61-954C-B1B389FF6A13}" dt="2020-11-23T05:35:17.752" v="2904" actId="164"/>
          <ac:spMkLst>
            <pc:docMk/>
            <pc:sldMk cId="1293471103" sldId="341"/>
            <ac:spMk id="6" creationId="{99F5C98B-75B2-4FFA-9B49-581F61ABC968}"/>
          </ac:spMkLst>
        </pc:spChg>
        <pc:spChg chg="add mod">
          <ac:chgData name="Uwe Ricken" userId="f02567aecbed924b" providerId="LiveId" clId="{263ECFB3-1516-4A61-954C-B1B389FF6A13}" dt="2020-11-23T05:39:39.030" v="2926"/>
          <ac:spMkLst>
            <pc:docMk/>
            <pc:sldMk cId="1293471103" sldId="341"/>
            <ac:spMk id="9" creationId="{C18F50C3-4088-4B17-958C-316F66717391}"/>
          </ac:spMkLst>
        </pc:spChg>
        <pc:spChg chg="add mod">
          <ac:chgData name="Uwe Ricken" userId="f02567aecbed924b" providerId="LiveId" clId="{263ECFB3-1516-4A61-954C-B1B389FF6A13}" dt="2020-11-23T05:40:16.307" v="2932" actId="164"/>
          <ac:spMkLst>
            <pc:docMk/>
            <pc:sldMk cId="1293471103" sldId="341"/>
            <ac:spMk id="10" creationId="{4658DB60-D687-4116-A022-7B2AA93D013A}"/>
          </ac:spMkLst>
        </pc:spChg>
        <pc:spChg chg="add mod">
          <ac:chgData name="Uwe Ricken" userId="f02567aecbed924b" providerId="LiveId" clId="{263ECFB3-1516-4A61-954C-B1B389FF6A13}" dt="2020-11-23T05:55:00.362" v="3060" actId="14861"/>
          <ac:spMkLst>
            <pc:docMk/>
            <pc:sldMk cId="1293471103" sldId="341"/>
            <ac:spMk id="12" creationId="{1A2E99D6-4510-4750-84C0-00CBE66EF31F}"/>
          </ac:spMkLst>
        </pc:spChg>
        <pc:spChg chg="add mod">
          <ac:chgData name="Uwe Ricken" userId="f02567aecbed924b" providerId="LiveId" clId="{263ECFB3-1516-4A61-954C-B1B389FF6A13}" dt="2020-11-23T05:51:56.920" v="3032" actId="164"/>
          <ac:spMkLst>
            <pc:docMk/>
            <pc:sldMk cId="1293471103" sldId="341"/>
            <ac:spMk id="13" creationId="{2CF47BB9-C2CB-499F-BA60-236CA198DA52}"/>
          </ac:spMkLst>
        </pc:spChg>
        <pc:spChg chg="add mod">
          <ac:chgData name="Uwe Ricken" userId="f02567aecbed924b" providerId="LiveId" clId="{263ECFB3-1516-4A61-954C-B1B389FF6A13}" dt="2020-11-23T05:51:23.271" v="3029" actId="164"/>
          <ac:spMkLst>
            <pc:docMk/>
            <pc:sldMk cId="1293471103" sldId="341"/>
            <ac:spMk id="15" creationId="{27D970C8-F76A-499E-9D9D-376B9EC5E3C4}"/>
          </ac:spMkLst>
        </pc:spChg>
        <pc:spChg chg="add mod">
          <ac:chgData name="Uwe Ricken" userId="f02567aecbed924b" providerId="LiveId" clId="{263ECFB3-1516-4A61-954C-B1B389FF6A13}" dt="2020-11-23T05:55:06.958" v="3061" actId="14861"/>
          <ac:spMkLst>
            <pc:docMk/>
            <pc:sldMk cId="1293471103" sldId="341"/>
            <ac:spMk id="16" creationId="{D3E9F0A8-909E-41C9-9EDD-11A9FD5F6D98}"/>
          </ac:spMkLst>
        </pc:spChg>
        <pc:spChg chg="add mod topLvl">
          <ac:chgData name="Uwe Ricken" userId="f02567aecbed924b" providerId="LiveId" clId="{263ECFB3-1516-4A61-954C-B1B389FF6A13}" dt="2020-11-23T05:53:55.041" v="3055" actId="164"/>
          <ac:spMkLst>
            <pc:docMk/>
            <pc:sldMk cId="1293471103" sldId="341"/>
            <ac:spMk id="21" creationId="{451AFDBF-1D00-41EB-B797-D5C2597C4F02}"/>
          </ac:spMkLst>
        </pc:spChg>
        <pc:spChg chg="add mod">
          <ac:chgData name="Uwe Ricken" userId="f02567aecbed924b" providerId="LiveId" clId="{263ECFB3-1516-4A61-954C-B1B389FF6A13}" dt="2020-11-23T05:53:07.040" v="3051" actId="164"/>
          <ac:spMkLst>
            <pc:docMk/>
            <pc:sldMk cId="1293471103" sldId="341"/>
            <ac:spMk id="22" creationId="{6AE1F808-98F7-40C0-AD41-8971AB5719DF}"/>
          </ac:spMkLst>
        </pc:spChg>
        <pc:spChg chg="add mod">
          <ac:chgData name="Uwe Ricken" userId="f02567aecbed924b" providerId="LiveId" clId="{263ECFB3-1516-4A61-954C-B1B389FF6A13}" dt="2020-11-23T05:53:07.040" v="3051" actId="164"/>
          <ac:spMkLst>
            <pc:docMk/>
            <pc:sldMk cId="1293471103" sldId="341"/>
            <ac:spMk id="23" creationId="{62CAE01B-6BB4-4ED4-92B4-262DA99964EC}"/>
          </ac:spMkLst>
        </pc:spChg>
        <pc:spChg chg="add mod topLvl">
          <ac:chgData name="Uwe Ricken" userId="f02567aecbed924b" providerId="LiveId" clId="{263ECFB3-1516-4A61-954C-B1B389FF6A13}" dt="2020-11-23T05:53:55.041" v="3055" actId="164"/>
          <ac:spMkLst>
            <pc:docMk/>
            <pc:sldMk cId="1293471103" sldId="341"/>
            <ac:spMk id="24" creationId="{0D4BDEC3-1465-42DC-9727-A3EA2F7E8790}"/>
          </ac:spMkLst>
        </pc:spChg>
        <pc:grpChg chg="add mod">
          <ac:chgData name="Uwe Ricken" userId="f02567aecbed924b" providerId="LiveId" clId="{263ECFB3-1516-4A61-954C-B1B389FF6A13}" dt="2020-11-23T05:51:47.241" v="3031" actId="164"/>
          <ac:grpSpMkLst>
            <pc:docMk/>
            <pc:sldMk cId="1293471103" sldId="341"/>
            <ac:grpSpMk id="7" creationId="{17114A08-8DF6-4789-AFE1-29B0FF3C474A}"/>
          </ac:grpSpMkLst>
        </pc:grpChg>
        <pc:grpChg chg="add mod">
          <ac:chgData name="Uwe Ricken" userId="f02567aecbed924b" providerId="LiveId" clId="{263ECFB3-1516-4A61-954C-B1B389FF6A13}" dt="2020-11-23T05:51:56.920" v="3032" actId="164"/>
          <ac:grpSpMkLst>
            <pc:docMk/>
            <pc:sldMk cId="1293471103" sldId="341"/>
            <ac:grpSpMk id="11" creationId="{317F08CF-010A-48F4-8808-CA3C8312DBD1}"/>
          </ac:grpSpMkLst>
        </pc:grpChg>
        <pc:grpChg chg="add mod">
          <ac:chgData name="Uwe Ricken" userId="f02567aecbed924b" providerId="LiveId" clId="{263ECFB3-1516-4A61-954C-B1B389FF6A13}" dt="2020-11-23T05:52:03.970" v="3033" actId="164"/>
          <ac:grpSpMkLst>
            <pc:docMk/>
            <pc:sldMk cId="1293471103" sldId="341"/>
            <ac:grpSpMk id="25" creationId="{971F5B8C-5748-4365-9829-0F8184D3E436}"/>
          </ac:grpSpMkLst>
        </pc:grpChg>
        <pc:grpChg chg="add mod">
          <ac:chgData name="Uwe Ricken" userId="f02567aecbed924b" providerId="LiveId" clId="{263ECFB3-1516-4A61-954C-B1B389FF6A13}" dt="2020-11-23T05:51:47.241" v="3031" actId="164"/>
          <ac:grpSpMkLst>
            <pc:docMk/>
            <pc:sldMk cId="1293471103" sldId="341"/>
            <ac:grpSpMk id="26" creationId="{776C9199-B8CE-498D-9B03-CED27B89D087}"/>
          </ac:grpSpMkLst>
        </pc:grpChg>
        <pc:grpChg chg="add mod">
          <ac:chgData name="Uwe Ricken" userId="f02567aecbed924b" providerId="LiveId" clId="{263ECFB3-1516-4A61-954C-B1B389FF6A13}" dt="2020-11-23T05:54:52.005" v="3059" actId="14861"/>
          <ac:grpSpMkLst>
            <pc:docMk/>
            <pc:sldMk cId="1293471103" sldId="341"/>
            <ac:grpSpMk id="27" creationId="{72936F51-3E84-4283-9EBD-40957130CB0B}"/>
          </ac:grpSpMkLst>
        </pc:grpChg>
        <pc:grpChg chg="add mod">
          <ac:chgData name="Uwe Ricken" userId="f02567aecbed924b" providerId="LiveId" clId="{263ECFB3-1516-4A61-954C-B1B389FF6A13}" dt="2020-11-23T05:52:03.970" v="3033" actId="164"/>
          <ac:grpSpMkLst>
            <pc:docMk/>
            <pc:sldMk cId="1293471103" sldId="341"/>
            <ac:grpSpMk id="28" creationId="{0EEFFBCA-EAA8-4649-AB32-C66EE1F3AEFF}"/>
          </ac:grpSpMkLst>
        </pc:grpChg>
        <pc:grpChg chg="add del mod">
          <ac:chgData name="Uwe Ricken" userId="f02567aecbed924b" providerId="LiveId" clId="{263ECFB3-1516-4A61-954C-B1B389FF6A13}" dt="2020-11-23T05:53:43.323" v="3054" actId="165"/>
          <ac:grpSpMkLst>
            <pc:docMk/>
            <pc:sldMk cId="1293471103" sldId="341"/>
            <ac:grpSpMk id="29" creationId="{1A3559F0-3E3D-4274-8FF0-A6A8D058EB9A}"/>
          </ac:grpSpMkLst>
        </pc:grpChg>
        <pc:grpChg chg="add mod">
          <ac:chgData name="Uwe Ricken" userId="f02567aecbed924b" providerId="LiveId" clId="{263ECFB3-1516-4A61-954C-B1B389FF6A13}" dt="2020-11-23T05:53:07.040" v="3051" actId="164"/>
          <ac:grpSpMkLst>
            <pc:docMk/>
            <pc:sldMk cId="1293471103" sldId="341"/>
            <ac:grpSpMk id="30" creationId="{67519A7D-A9B1-4AD7-A5F2-39CCACFAF658}"/>
          </ac:grpSpMkLst>
        </pc:grpChg>
        <pc:grpChg chg="add mod">
          <ac:chgData name="Uwe Ricken" userId="f02567aecbed924b" providerId="LiveId" clId="{263ECFB3-1516-4A61-954C-B1B389FF6A13}" dt="2020-11-23T05:53:59.571" v="3056" actId="14100"/>
          <ac:grpSpMkLst>
            <pc:docMk/>
            <pc:sldMk cId="1293471103" sldId="341"/>
            <ac:grpSpMk id="31" creationId="{B50D61C5-CCD4-47AD-B2F4-AA3668A373B8}"/>
          </ac:grpSpMkLst>
        </pc:grpChg>
        <pc:picChg chg="add mod">
          <ac:chgData name="Uwe Ricken" userId="f02567aecbed924b" providerId="LiveId" clId="{263ECFB3-1516-4A61-954C-B1B389FF6A13}" dt="2020-11-23T05:35:17.752" v="2904" actId="164"/>
          <ac:picMkLst>
            <pc:docMk/>
            <pc:sldMk cId="1293471103" sldId="341"/>
            <ac:picMk id="5" creationId="{DAC42E1E-C662-4C0B-BA4C-4D8747FF79AC}"/>
          </ac:picMkLst>
        </pc:picChg>
        <pc:picChg chg="add mod">
          <ac:chgData name="Uwe Ricken" userId="f02567aecbed924b" providerId="LiveId" clId="{263ECFB3-1516-4A61-954C-B1B389FF6A13}" dt="2020-11-23T05:40:16.307" v="2932" actId="164"/>
          <ac:picMkLst>
            <pc:docMk/>
            <pc:sldMk cId="1293471103" sldId="341"/>
            <ac:picMk id="8" creationId="{ECE7C175-0F6A-4367-B5AB-6483813EBD81}"/>
          </ac:picMkLst>
        </pc:picChg>
        <pc:picChg chg="add mod modCrop">
          <ac:chgData name="Uwe Ricken" userId="f02567aecbed924b" providerId="LiveId" clId="{263ECFB3-1516-4A61-954C-B1B389FF6A13}" dt="2020-11-23T05:55:51.389" v="3064" actId="208"/>
          <ac:picMkLst>
            <pc:docMk/>
            <pc:sldMk cId="1293471103" sldId="341"/>
            <ac:picMk id="14" creationId="{DAE233E5-68DC-4409-880E-13C90E16F9A7}"/>
          </ac:picMkLst>
        </pc:picChg>
        <pc:cxnChg chg="add mod">
          <ac:chgData name="Uwe Ricken" userId="f02567aecbed924b" providerId="LiveId" clId="{263ECFB3-1516-4A61-954C-B1B389FF6A13}" dt="2020-11-23T05:53:55.041" v="3055" actId="164"/>
          <ac:cxnSpMkLst>
            <pc:docMk/>
            <pc:sldMk cId="1293471103" sldId="341"/>
            <ac:cxnSpMk id="18" creationId="{FE765E5A-1ADD-443F-A945-E009CBFB5D1C}"/>
          </ac:cxnSpMkLst>
        </pc:cxnChg>
        <pc:cxnChg chg="add mod">
          <ac:chgData name="Uwe Ricken" userId="f02567aecbed924b" providerId="LiveId" clId="{263ECFB3-1516-4A61-954C-B1B389FF6A13}" dt="2020-11-23T05:53:07.040" v="3051" actId="164"/>
          <ac:cxnSpMkLst>
            <pc:docMk/>
            <pc:sldMk cId="1293471103" sldId="341"/>
            <ac:cxnSpMk id="20" creationId="{C4DFA49C-E6B6-48BE-9227-FAC3A6A13061}"/>
          </ac:cxnSpMkLst>
        </pc:cxnChg>
      </pc:sldChg>
      <pc:sldChg chg="addSp delSp modSp add">
        <pc:chgData name="Uwe Ricken" userId="f02567aecbed924b" providerId="LiveId" clId="{263ECFB3-1516-4A61-954C-B1B389FF6A13}" dt="2020-11-23T07:01:58.856" v="3325" actId="20577"/>
        <pc:sldMkLst>
          <pc:docMk/>
          <pc:sldMk cId="3629656083" sldId="342"/>
        </pc:sldMkLst>
        <pc:spChg chg="del mod">
          <ac:chgData name="Uwe Ricken" userId="f02567aecbed924b" providerId="LiveId" clId="{263ECFB3-1516-4A61-954C-B1B389FF6A13}" dt="2020-11-23T06:58:47.267" v="3291" actId="478"/>
          <ac:spMkLst>
            <pc:docMk/>
            <pc:sldMk cId="3629656083" sldId="342"/>
            <ac:spMk id="3" creationId="{00000000-0000-0000-0000-000000000000}"/>
          </ac:spMkLst>
        </pc:spChg>
        <pc:spChg chg="add del mod">
          <ac:chgData name="Uwe Ricken" userId="f02567aecbed924b" providerId="LiveId" clId="{263ECFB3-1516-4A61-954C-B1B389FF6A13}" dt="2020-11-23T06:59:41.706" v="3294"/>
          <ac:spMkLst>
            <pc:docMk/>
            <pc:sldMk cId="3629656083" sldId="342"/>
            <ac:spMk id="4" creationId="{0BDDF974-6E31-4616-AC2E-63B5967D1859}"/>
          </ac:spMkLst>
        </pc:spChg>
        <pc:spChg chg="add mod ord">
          <ac:chgData name="Uwe Ricken" userId="f02567aecbed924b" providerId="LiveId" clId="{263ECFB3-1516-4A61-954C-B1B389FF6A13}" dt="2020-11-23T06:58:58.014" v="3292" actId="167"/>
          <ac:spMkLst>
            <pc:docMk/>
            <pc:sldMk cId="3629656083" sldId="342"/>
            <ac:spMk id="6" creationId="{17A003B5-D12A-48C0-AF8B-45F765785104}"/>
          </ac:spMkLst>
        </pc:spChg>
        <pc:spChg chg="del">
          <ac:chgData name="Uwe Ricken" userId="f02567aecbed924b" providerId="LiveId" clId="{263ECFB3-1516-4A61-954C-B1B389FF6A13}" dt="2020-11-23T06:58:34.116" v="3289" actId="478"/>
          <ac:spMkLst>
            <pc:docMk/>
            <pc:sldMk cId="3629656083" sldId="342"/>
            <ac:spMk id="9" creationId="{B06CC1AA-D0AC-43C9-A174-005AE2D27599}"/>
          </ac:spMkLst>
        </pc:spChg>
        <pc:spChg chg="add mod">
          <ac:chgData name="Uwe Ricken" userId="f02567aecbed924b" providerId="LiveId" clId="{263ECFB3-1516-4A61-954C-B1B389FF6A13}" dt="2020-11-23T07:00:15.296" v="3309" actId="20577"/>
          <ac:spMkLst>
            <pc:docMk/>
            <pc:sldMk cId="3629656083" sldId="342"/>
            <ac:spMk id="11" creationId="{7C1E604A-0D38-491A-93A2-5F0C44AED024}"/>
          </ac:spMkLst>
        </pc:spChg>
        <pc:spChg chg="add mod">
          <ac:chgData name="Uwe Ricken" userId="f02567aecbed924b" providerId="LiveId" clId="{263ECFB3-1516-4A61-954C-B1B389FF6A13}" dt="2020-11-23T07:00:47.031" v="3315" actId="1582"/>
          <ac:spMkLst>
            <pc:docMk/>
            <pc:sldMk cId="3629656083" sldId="342"/>
            <ac:spMk id="12" creationId="{619520C6-ECCD-4E76-803F-837886931064}"/>
          </ac:spMkLst>
        </pc:spChg>
        <pc:spChg chg="add mod">
          <ac:chgData name="Uwe Ricken" userId="f02567aecbed924b" providerId="LiveId" clId="{263ECFB3-1516-4A61-954C-B1B389FF6A13}" dt="2020-11-23T07:01:45.397" v="3320" actId="1035"/>
          <ac:spMkLst>
            <pc:docMk/>
            <pc:sldMk cId="3629656083" sldId="342"/>
            <ac:spMk id="15" creationId="{AF8710D6-61EE-4B16-BFD9-9AE9C0253C68}"/>
          </ac:spMkLst>
        </pc:spChg>
        <pc:spChg chg="add mod">
          <ac:chgData name="Uwe Ricken" userId="f02567aecbed924b" providerId="LiveId" clId="{263ECFB3-1516-4A61-954C-B1B389FF6A13}" dt="2020-11-23T07:01:58.856" v="3325" actId="20577"/>
          <ac:spMkLst>
            <pc:docMk/>
            <pc:sldMk cId="3629656083" sldId="342"/>
            <ac:spMk id="16" creationId="{F596E5E4-8D65-4C1F-9827-C9F35D743139}"/>
          </ac:spMkLst>
        </pc:spChg>
        <pc:picChg chg="mod modCrop">
          <ac:chgData name="Uwe Ricken" userId="f02567aecbed924b" providerId="LiveId" clId="{263ECFB3-1516-4A61-954C-B1B389FF6A13}" dt="2020-11-23T07:00:24.206" v="3310" actId="14861"/>
          <ac:picMkLst>
            <pc:docMk/>
            <pc:sldMk cId="3629656083" sldId="342"/>
            <ac:picMk id="8" creationId="{17E723F2-B9AD-498E-B706-F1047402A857}"/>
          </ac:picMkLst>
        </pc:picChg>
        <pc:picChg chg="add mod">
          <ac:chgData name="Uwe Ricken" userId="f02567aecbed924b" providerId="LiveId" clId="{263ECFB3-1516-4A61-954C-B1B389FF6A13}" dt="2020-11-23T07:00:28.064" v="3311" actId="14861"/>
          <ac:picMkLst>
            <pc:docMk/>
            <pc:sldMk cId="3629656083" sldId="342"/>
            <ac:picMk id="10" creationId="{BC4F17BA-5641-46CC-915C-31CA0805C894}"/>
          </ac:picMkLst>
        </pc:picChg>
        <pc:cxnChg chg="add mod">
          <ac:chgData name="Uwe Ricken" userId="f02567aecbed924b" providerId="LiveId" clId="{263ECFB3-1516-4A61-954C-B1B389FF6A13}" dt="2020-11-23T07:01:17.407" v="3317" actId="1582"/>
          <ac:cxnSpMkLst>
            <pc:docMk/>
            <pc:sldMk cId="3629656083" sldId="342"/>
            <ac:cxnSpMk id="14" creationId="{4711B841-84BE-4E3D-9D8A-6C7EDF27B272}"/>
          </ac:cxnSpMkLst>
        </pc:cxnChg>
      </pc:sldChg>
      <pc:sldChg chg="addSp delSp modSp add ord">
        <pc:chgData name="Uwe Ricken" userId="f02567aecbed924b" providerId="LiveId" clId="{263ECFB3-1516-4A61-954C-B1B389FF6A13}" dt="2020-11-24T06:44:05.643" v="3614"/>
        <pc:sldMkLst>
          <pc:docMk/>
          <pc:sldMk cId="799425659" sldId="343"/>
        </pc:sldMkLst>
        <pc:spChg chg="del">
          <ac:chgData name="Uwe Ricken" userId="f02567aecbed924b" providerId="LiveId" clId="{263ECFB3-1516-4A61-954C-B1B389FF6A13}" dt="2020-11-23T07:20:09.220" v="3383"/>
          <ac:spMkLst>
            <pc:docMk/>
            <pc:sldMk cId="799425659" sldId="343"/>
            <ac:spMk id="2" creationId="{A2F77507-07C6-44E8-B931-940AB840387F}"/>
          </ac:spMkLst>
        </pc:spChg>
        <pc:spChg chg="del">
          <ac:chgData name="Uwe Ricken" userId="f02567aecbed924b" providerId="LiveId" clId="{263ECFB3-1516-4A61-954C-B1B389FF6A13}" dt="2020-11-23T07:20:09.220" v="3383"/>
          <ac:spMkLst>
            <pc:docMk/>
            <pc:sldMk cId="799425659" sldId="343"/>
            <ac:spMk id="3" creationId="{E680A6CA-BE58-4B91-9053-0CC1DC1E61D4}"/>
          </ac:spMkLst>
        </pc:spChg>
        <pc:spChg chg="add mod">
          <ac:chgData name="Uwe Ricken" userId="f02567aecbed924b" providerId="LiveId" clId="{263ECFB3-1516-4A61-954C-B1B389FF6A13}" dt="2020-11-23T07:20:14.229" v="3393" actId="20577"/>
          <ac:spMkLst>
            <pc:docMk/>
            <pc:sldMk cId="799425659" sldId="343"/>
            <ac:spMk id="4" creationId="{274C2AC7-389A-41C7-8A0F-40389D913C00}"/>
          </ac:spMkLst>
        </pc:spChg>
        <pc:spChg chg="add mod">
          <ac:chgData name="Uwe Ricken" userId="f02567aecbed924b" providerId="LiveId" clId="{263ECFB3-1516-4A61-954C-B1B389FF6A13}" dt="2020-11-23T07:21:53.100" v="3429" actId="20577"/>
          <ac:spMkLst>
            <pc:docMk/>
            <pc:sldMk cId="799425659" sldId="343"/>
            <ac:spMk id="5" creationId="{622DD450-26D4-49CB-84AB-026A2605AC44}"/>
          </ac:spMkLst>
        </pc:spChg>
      </pc:sldChg>
      <pc:sldChg chg="addSp delSp modSp add">
        <pc:chgData name="Uwe Ricken" userId="f02567aecbed924b" providerId="LiveId" clId="{263ECFB3-1516-4A61-954C-B1B389FF6A13}" dt="2020-11-23T07:25:16.670" v="3451" actId="255"/>
        <pc:sldMkLst>
          <pc:docMk/>
          <pc:sldMk cId="920438655" sldId="344"/>
        </pc:sldMkLst>
        <pc:spChg chg="del">
          <ac:chgData name="Uwe Ricken" userId="f02567aecbed924b" providerId="LiveId" clId="{263ECFB3-1516-4A61-954C-B1B389FF6A13}" dt="2020-11-23T07:24:05.967" v="3443"/>
          <ac:spMkLst>
            <pc:docMk/>
            <pc:sldMk cId="920438655" sldId="344"/>
            <ac:spMk id="2" creationId="{EC3D353E-5BF0-4023-826A-79DD2CD8B110}"/>
          </ac:spMkLst>
        </pc:spChg>
        <pc:spChg chg="add mod">
          <ac:chgData name="Uwe Ricken" userId="f02567aecbed924b" providerId="LiveId" clId="{263ECFB3-1516-4A61-954C-B1B389FF6A13}" dt="2020-11-23T07:25:16.670" v="3451" actId="255"/>
          <ac:spMkLst>
            <pc:docMk/>
            <pc:sldMk cId="920438655" sldId="344"/>
            <ac:spMk id="3" creationId="{075F69ED-78E0-435F-9B60-30ED9D8FEEFA}"/>
          </ac:spMkLst>
        </pc:spChg>
        <pc:picChg chg="add mod">
          <ac:chgData name="Uwe Ricken" userId="f02567aecbed924b" providerId="LiveId" clId="{263ECFB3-1516-4A61-954C-B1B389FF6A13}" dt="2020-11-23T07:25:03.082" v="3448" actId="14100"/>
          <ac:picMkLst>
            <pc:docMk/>
            <pc:sldMk cId="920438655" sldId="344"/>
            <ac:picMk id="5122" creationId="{972FD69B-CF18-45EF-A5DD-6E5A32708B8D}"/>
          </ac:picMkLst>
        </pc:picChg>
      </pc:sldChg>
      <pc:sldChg chg="add del">
        <pc:chgData name="Uwe Ricken" userId="f02567aecbed924b" providerId="LiveId" clId="{263ECFB3-1516-4A61-954C-B1B389FF6A13}" dt="2020-11-23T07:34:55.298" v="3510" actId="2696"/>
        <pc:sldMkLst>
          <pc:docMk/>
          <pc:sldMk cId="440596851" sldId="345"/>
        </pc:sldMkLst>
      </pc:sldChg>
      <pc:sldMasterChg chg="delSldLayout">
        <pc:chgData name="Uwe Ricken" userId="f02567aecbed924b" providerId="LiveId" clId="{263ECFB3-1516-4A61-954C-B1B389FF6A13}" dt="2020-11-21T07:41:00.116" v="24" actId="2696"/>
        <pc:sldMasterMkLst>
          <pc:docMk/>
          <pc:sldMasterMk cId="3051925318" sldId="2147483747"/>
        </pc:sldMasterMkLst>
        <pc:sldLayoutChg chg="del">
          <pc:chgData name="Uwe Ricken" userId="f02567aecbed924b" providerId="LiveId" clId="{263ECFB3-1516-4A61-954C-B1B389FF6A13}" dt="2020-11-21T07:41:00.116" v="24" actId="2696"/>
          <pc:sldLayoutMkLst>
            <pc:docMk/>
            <pc:sldMasterMk cId="3051925318" sldId="2147483747"/>
            <pc:sldLayoutMk cId="899274249" sldId="2147483755"/>
          </pc:sldLayoutMkLst>
        </pc:sldLayoutChg>
      </pc:sldMasterChg>
    </pc:docChg>
  </pc:docChgLst>
  <pc:docChgLst>
    <pc:chgData name="Uwe Ricken" userId="f02567aecbed924b" providerId="LiveId" clId="{427DABD5-74AE-4550-838C-2A21CAAAFA3F}"/>
    <pc:docChg chg="custSel addSld modSld">
      <pc:chgData name="Uwe Ricken" userId="f02567aecbed924b" providerId="LiveId" clId="{427DABD5-74AE-4550-838C-2A21CAAAFA3F}" dt="2021-12-14T07:47:40.527" v="22" actId="179"/>
      <pc:docMkLst>
        <pc:docMk/>
      </pc:docMkLst>
      <pc:sldChg chg="modSp mod">
        <pc:chgData name="Uwe Ricken" userId="f02567aecbed924b" providerId="LiveId" clId="{427DABD5-74AE-4550-838C-2A21CAAAFA3F}" dt="2021-12-14T07:47:40.527" v="22" actId="179"/>
        <pc:sldMkLst>
          <pc:docMk/>
          <pc:sldMk cId="0" sldId="256"/>
        </pc:sldMkLst>
        <pc:spChg chg="mod">
          <ac:chgData name="Uwe Ricken" userId="f02567aecbed924b" providerId="LiveId" clId="{427DABD5-74AE-4550-838C-2A21CAAAFA3F}" dt="2021-12-14T07:47:40.527" v="22" actId="179"/>
          <ac:spMkLst>
            <pc:docMk/>
            <pc:sldMk cId="0" sldId="256"/>
            <ac:spMk id="2" creationId="{32F2897A-D545-4EF5-ABAC-7E1034FD124D}"/>
          </ac:spMkLst>
        </pc:spChg>
      </pc:sldChg>
      <pc:sldChg chg="modSp add mod">
        <pc:chgData name="Uwe Ricken" userId="f02567aecbed924b" providerId="LiveId" clId="{427DABD5-74AE-4550-838C-2A21CAAAFA3F}" dt="2021-12-14T07:42:22.619" v="8" actId="27636"/>
        <pc:sldMkLst>
          <pc:docMk/>
          <pc:sldMk cId="2611172570" sldId="258"/>
        </pc:sldMkLst>
        <pc:spChg chg="mod">
          <ac:chgData name="Uwe Ricken" userId="f02567aecbed924b" providerId="LiveId" clId="{427DABD5-74AE-4550-838C-2A21CAAAFA3F}" dt="2021-12-14T07:42:22.619" v="8" actId="27636"/>
          <ac:spMkLst>
            <pc:docMk/>
            <pc:sldMk cId="2611172570" sldId="258"/>
            <ac:spMk id="6" creationId="{00000000-0000-0000-0000-000000000000}"/>
          </ac:spMkLst>
        </pc:spChg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1975270146" sldId="259"/>
        </pc:sldMkLst>
      </pc:sldChg>
      <pc:sldChg chg="modSp add mod">
        <pc:chgData name="Uwe Ricken" userId="f02567aecbed924b" providerId="LiveId" clId="{427DABD5-74AE-4550-838C-2A21CAAAFA3F}" dt="2021-12-14T07:42:22.619" v="9" actId="27636"/>
        <pc:sldMkLst>
          <pc:docMk/>
          <pc:sldMk cId="2568267702" sldId="260"/>
        </pc:sldMkLst>
        <pc:spChg chg="mod">
          <ac:chgData name="Uwe Ricken" userId="f02567aecbed924b" providerId="LiveId" clId="{427DABD5-74AE-4550-838C-2A21CAAAFA3F}" dt="2021-12-14T07:42:22.619" v="9" actId="27636"/>
          <ac:spMkLst>
            <pc:docMk/>
            <pc:sldMk cId="2568267702" sldId="260"/>
            <ac:spMk id="3" creationId="{00000000-0000-0000-0000-000000000000}"/>
          </ac:spMkLst>
        </pc:spChg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4064865195" sldId="261"/>
        </pc:sldMkLst>
      </pc:sldChg>
      <pc:sldChg chg="modSp mod">
        <pc:chgData name="Uwe Ricken" userId="f02567aecbed924b" providerId="LiveId" clId="{427DABD5-74AE-4550-838C-2A21CAAAFA3F}" dt="2021-12-14T07:40:43.422" v="6" actId="20577"/>
        <pc:sldMkLst>
          <pc:docMk/>
          <pc:sldMk cId="1250137161" sldId="262"/>
        </pc:sldMkLst>
        <pc:spChg chg="mod">
          <ac:chgData name="Uwe Ricken" userId="f02567aecbed924b" providerId="LiveId" clId="{427DABD5-74AE-4550-838C-2A21CAAAFA3F}" dt="2021-12-14T07:40:43.422" v="6" actId="20577"/>
          <ac:spMkLst>
            <pc:docMk/>
            <pc:sldMk cId="1250137161" sldId="262"/>
            <ac:spMk id="2" creationId="{00000000-0000-0000-0000-000000000000}"/>
          </ac:spMkLst>
        </pc:spChg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1214032973" sldId="264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83599784" sldId="266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2954103381" sldId="267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2811584434" sldId="269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1501505539" sldId="273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1608843492" sldId="274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1273054363" sldId="345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797114330" sldId="346"/>
        </pc:sldMkLst>
      </pc:sldChg>
      <pc:sldChg chg="add">
        <pc:chgData name="Uwe Ricken" userId="f02567aecbed924b" providerId="LiveId" clId="{427DABD5-74AE-4550-838C-2A21CAAAFA3F}" dt="2021-12-14T07:42:22.559" v="7"/>
        <pc:sldMkLst>
          <pc:docMk/>
          <pc:sldMk cId="2713527489" sldId="347"/>
        </pc:sldMkLst>
      </pc:sldChg>
    </pc:docChg>
  </pc:docChgLst>
  <pc:docChgLst>
    <pc:chgData name="Uwe Ricken" userId="f02567aecbed924b" providerId="LiveId" clId="{ACDC013A-8767-4D51-8EA1-965E23CA948F}"/>
    <pc:docChg chg="modMainMaster">
      <pc:chgData name="Uwe Ricken" userId="f02567aecbed924b" providerId="LiveId" clId="{ACDC013A-8767-4D51-8EA1-965E23CA948F}" dt="2023-12-19T09:07:06.893" v="1" actId="20577"/>
      <pc:docMkLst>
        <pc:docMk/>
      </pc:docMkLst>
      <pc:sldMasterChg chg="modSp mod modSldLayout">
        <pc:chgData name="Uwe Ricken" userId="f02567aecbed924b" providerId="LiveId" clId="{ACDC013A-8767-4D51-8EA1-965E23CA948F}" dt="2023-12-19T09:07:06.893" v="1" actId="20577"/>
        <pc:sldMasterMkLst>
          <pc:docMk/>
          <pc:sldMasterMk cId="3051925318" sldId="2147483747"/>
        </pc:sldMasterMkLst>
        <pc:spChg chg="mod">
          <ac:chgData name="Uwe Ricken" userId="f02567aecbed924b" providerId="LiveId" clId="{ACDC013A-8767-4D51-8EA1-965E23CA948F}" dt="2023-12-19T09:07:06.893" v="1" actId="20577"/>
          <ac:spMkLst>
            <pc:docMk/>
            <pc:sldMasterMk cId="3051925318" sldId="2147483747"/>
            <ac:spMk id="8" creationId="{00000000-0000-0000-0000-000000000000}"/>
          </ac:spMkLst>
        </pc:spChg>
        <pc:sldLayoutChg chg="modSp">
          <pc:chgData name="Uwe Ricken" userId="f02567aecbed924b" providerId="LiveId" clId="{ACDC013A-8767-4D51-8EA1-965E23CA948F}" dt="2023-12-19T09:06:58.555" v="0" actId="735"/>
          <pc:sldLayoutMkLst>
            <pc:docMk/>
            <pc:sldMasterMk cId="3051925318" sldId="2147483747"/>
            <pc:sldLayoutMk cId="1453970596" sldId="2147483748"/>
          </pc:sldLayoutMkLst>
        </pc:sldLayoutChg>
      </pc:sldMasterChg>
    </pc:docChg>
  </pc:docChgLst>
  <pc:docChgLst>
    <pc:chgData name="Uwe Ricken" userId="f02567aecbed924b" providerId="LiveId" clId="{FE65059C-1063-4645-8042-501811072E67}"/>
    <pc:docChg chg="modSld modMainMaster">
      <pc:chgData name="Uwe Ricken" userId="f02567aecbed924b" providerId="LiveId" clId="{FE65059C-1063-4645-8042-501811072E67}" dt="2021-06-16T06:26:03.537" v="19" actId="20577"/>
      <pc:docMkLst>
        <pc:docMk/>
      </pc:docMkLst>
      <pc:sldChg chg="modSp mod">
        <pc:chgData name="Uwe Ricken" userId="f02567aecbed924b" providerId="LiveId" clId="{FE65059C-1063-4645-8042-501811072E67}" dt="2021-06-16T05:30:55.410" v="18" actId="15"/>
        <pc:sldMkLst>
          <pc:docMk/>
          <pc:sldMk cId="0" sldId="257"/>
        </pc:sldMkLst>
        <pc:spChg chg="mod">
          <ac:chgData name="Uwe Ricken" userId="f02567aecbed924b" providerId="LiveId" clId="{FE65059C-1063-4645-8042-501811072E67}" dt="2021-06-16T05:30:55.410" v="18" actId="15"/>
          <ac:spMkLst>
            <pc:docMk/>
            <pc:sldMk cId="0" sldId="257"/>
            <ac:spMk id="13315" creationId="{00000000-0000-0000-0000-000000000000}"/>
          </ac:spMkLst>
        </pc:spChg>
      </pc:sldChg>
      <pc:sldMasterChg chg="modSp mod">
        <pc:chgData name="Uwe Ricken" userId="f02567aecbed924b" providerId="LiveId" clId="{FE65059C-1063-4645-8042-501811072E67}" dt="2021-06-16T06:26:03.537" v="19" actId="20577"/>
        <pc:sldMasterMkLst>
          <pc:docMk/>
          <pc:sldMasterMk cId="3051925318" sldId="2147483747"/>
        </pc:sldMasterMkLst>
        <pc:spChg chg="mod">
          <ac:chgData name="Uwe Ricken" userId="f02567aecbed924b" providerId="LiveId" clId="{FE65059C-1063-4645-8042-501811072E67}" dt="2021-06-16T06:26:03.537" v="19" actId="20577"/>
          <ac:spMkLst>
            <pc:docMk/>
            <pc:sldMasterMk cId="3051925318" sldId="2147483747"/>
            <ac:spMk id="8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0CC7-6C6F-47FA-A279-A9B7C029BC53}" type="datetimeFigureOut">
              <a:rPr lang="de-DE" smtClean="0"/>
              <a:t>30.04.2024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19412-D5F5-4C5B-B7C3-863354CD9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85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19412-D5F5-4C5B-B7C3-863354CD970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620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 txBox="1">
            <a:spLocks noGrp="1" noChangeArrowheads="1"/>
          </p:cNvSpPr>
          <p:nvPr/>
        </p:nvSpPr>
        <p:spPr bwMode="auto">
          <a:xfrm>
            <a:off x="3884463" y="8683041"/>
            <a:ext cx="2972004" cy="45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1" tIns="45691" rIns="91381" bIns="45691" anchor="b"/>
          <a:lstStyle>
            <a:lvl1pPr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25426-BB6C-4598-A324-3B2CFD7D0EFE}" type="slidenum">
              <a:rPr lang="de-DE" sz="1200"/>
              <a:pPr algn="r" eaLnBrk="1" hangingPunct="1"/>
              <a:t>3</a:t>
            </a:fld>
            <a:endParaRPr lang="de-DE" sz="1200"/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062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8184" y="1218304"/>
            <a:ext cx="8633012" cy="1414169"/>
          </a:xfrm>
        </p:spPr>
        <p:txBody>
          <a:bodyPr anchor="b">
            <a:normAutofit/>
          </a:bodyPr>
          <a:lstStyle>
            <a:lvl1pPr algn="ctr">
              <a:defRPr sz="405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8184" y="2701531"/>
            <a:ext cx="8633012" cy="150896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40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3970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2" y="222648"/>
            <a:ext cx="6477687" cy="9453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223" y="1248966"/>
            <a:ext cx="8641556" cy="3429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4834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3" y="222648"/>
            <a:ext cx="6480571" cy="9453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1223" y="1248966"/>
            <a:ext cx="4186307" cy="3429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03781" y="1248967"/>
            <a:ext cx="4188998" cy="3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494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3" y="222648"/>
            <a:ext cx="6480571" cy="94535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924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222" y="234750"/>
            <a:ext cx="3774827" cy="933254"/>
          </a:xfrm>
        </p:spPr>
        <p:txBody>
          <a:bodyPr anchor="b"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026048" y="1259055"/>
            <a:ext cx="4866731" cy="341891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51223" y="1259055"/>
            <a:ext cx="3774826" cy="341891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3277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47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521" y="0"/>
            <a:ext cx="7632848" cy="789552"/>
          </a:xfrm>
          <a:prstGeom prst="rect">
            <a:avLst/>
          </a:prstGeom>
        </p:spPr>
        <p:txBody>
          <a:bodyPr anchor="ctr"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1520" y="951570"/>
            <a:ext cx="8640960" cy="3780420"/>
          </a:xfrm>
        </p:spPr>
        <p:txBody>
          <a:bodyPr/>
          <a:lstStyle>
            <a:lvl1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1pPr>
            <a:lvl2pPr defTabSz="333375">
              <a:tabLst>
                <a:tab pos="266700" algn="l"/>
                <a:tab pos="571500" algn="l"/>
                <a:tab pos="876300" algn="l"/>
                <a:tab pos="1209675" algn="l"/>
                <a:tab pos="1543050" algn="l"/>
              </a:tabLst>
              <a:defRPr/>
            </a:lvl2pPr>
            <a:lvl3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3pPr>
            <a:lvl4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4pPr>
            <a:lvl5pPr>
              <a:tabLst>
                <a:tab pos="266700" algn="l"/>
                <a:tab pos="542925" algn="l"/>
                <a:tab pos="876300" algn="l"/>
                <a:tab pos="1209675" algn="l"/>
                <a:tab pos="1543050" algn="l"/>
              </a:tabLst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706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F0A47A85-33F8-4A33-91BE-0C4329D0560E}" type="datetimeFigureOut">
              <a:rPr lang="de-DE" smtClean="0"/>
              <a:t>30.04.2024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338C6D89-3F77-40F0-840C-54383D279BAE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700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://www.db-berater.de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5580" y="241572"/>
            <a:ext cx="6463329" cy="923330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5579" y="1258645"/>
            <a:ext cx="8617547" cy="3404795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728908" y="241572"/>
            <a:ext cx="2154218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800" b="1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de-DE" sz="1800" b="1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de-DE" sz="750" b="1" dirty="0"/>
              <a:t>Planung – Installation</a:t>
            </a:r>
            <a:r>
              <a:rPr lang="de-DE" sz="750" b="1" baseline="0" dirty="0"/>
              <a:t> – Optimierung</a:t>
            </a:r>
            <a:br>
              <a:rPr lang="de-DE" sz="750" b="1" baseline="0" dirty="0"/>
            </a:br>
            <a:br>
              <a:rPr lang="de-DE" sz="750" b="1" baseline="0" dirty="0"/>
            </a:br>
            <a:endParaRPr lang="de-DE" sz="750" b="1" dirty="0"/>
          </a:p>
          <a:p>
            <a:pPr algn="r"/>
            <a:r>
              <a:rPr lang="de-DE" sz="750" b="1" dirty="0">
                <a:hlinkClick r:id="rId10"/>
              </a:rPr>
              <a:t>http://www.db-berater.de</a:t>
            </a:r>
            <a:endParaRPr lang="de-DE" sz="750" b="1" dirty="0"/>
          </a:p>
          <a:p>
            <a:pPr algn="r"/>
            <a:r>
              <a:rPr lang="de-DE" sz="750" b="1" dirty="0"/>
              <a:t>info@db-berater.de</a:t>
            </a:r>
          </a:p>
        </p:txBody>
      </p:sp>
      <p:cxnSp>
        <p:nvCxnSpPr>
          <p:cNvPr id="6" name="Gerader Verbinder 5"/>
          <p:cNvCxnSpPr/>
          <p:nvPr/>
        </p:nvCxnSpPr>
        <p:spPr>
          <a:xfrm>
            <a:off x="265579" y="4727986"/>
            <a:ext cx="86175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265579" y="4792532"/>
            <a:ext cx="16062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>
                <a:solidFill>
                  <a:schemeClr val="accent1"/>
                </a:solidFill>
              </a:rPr>
              <a:t>Autor: </a:t>
            </a:r>
            <a:r>
              <a:rPr lang="de-DE" sz="900" b="1" dirty="0"/>
              <a:t>Uwe Ricken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6728909" y="4792532"/>
            <a:ext cx="21542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b="1" dirty="0">
                <a:solidFill>
                  <a:schemeClr val="accent1"/>
                </a:solidFill>
              </a:rPr>
              <a:t>©: </a:t>
            </a:r>
            <a:r>
              <a:rPr lang="de-DE" sz="900" b="1" dirty="0"/>
              <a:t>db</a:t>
            </a:r>
            <a:r>
              <a:rPr lang="de-DE" sz="900" b="1" baseline="0" dirty="0"/>
              <a:t> Berater GmbH (2024)</a:t>
            </a:r>
            <a:endParaRPr lang="de-DE" sz="900" b="1" dirty="0"/>
          </a:p>
        </p:txBody>
      </p:sp>
    </p:spTree>
    <p:extLst>
      <p:ext uri="{BB962C8B-B14F-4D97-AF65-F5344CB8AC3E}">
        <p14:creationId xmlns:p14="http://schemas.microsoft.com/office/powerpoint/2010/main" val="3051925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6" r:id="rId8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SQLServerBasi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1p.de/CustomerOrdersDB" TargetMode="External"/><Relationship Id="rId4" Type="http://schemas.openxmlformats.org/officeDocument/2006/relationships/hyperlink" Target="https://t1p.de/SQLServerGrundlagen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1.jpe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xing.com/profile/Uwe_Ricken" TargetMode="External"/><Relationship Id="rId5" Type="http://schemas.openxmlformats.org/officeDocument/2006/relationships/hyperlink" Target="https://twitter.com/@dbberater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de.wikipedia.org/wiki/Normalisierung_(Datenbank)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Von%20Paul%20Setzer%20-%20Eigenes%20Werk,%20CC%20BY-SA%204.0,%20https:/commons.wikimedia.org/w/index.php?curid=78838846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0020%20-%20when%20will%20statistics%20objects%20be%20created.sql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technet.microsoft.com/en-us/library/ms177484.aspx" TargetMode="External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323851" y="1599643"/>
            <a:ext cx="8496301" cy="1692187"/>
          </a:xfrm>
        </p:spPr>
        <p:txBody>
          <a:bodyPr/>
          <a:lstStyle/>
          <a:p>
            <a:r>
              <a:rPr lang="en-GB" dirty="0" err="1"/>
              <a:t>Einführung</a:t>
            </a:r>
            <a:r>
              <a:rPr lang="en-GB" dirty="0"/>
              <a:t> / </a:t>
            </a:r>
            <a:r>
              <a:rPr lang="en-GB" dirty="0" err="1"/>
              <a:t>Grundlagen</a:t>
            </a:r>
            <a:br>
              <a:rPr lang="en-GB" dirty="0"/>
            </a:br>
            <a:r>
              <a:rPr lang="en-GB" dirty="0"/>
              <a:t>Microsoft SQL Server</a:t>
            </a:r>
          </a:p>
        </p:txBody>
      </p:sp>
      <p:sp>
        <p:nvSpPr>
          <p:cNvPr id="2" name="Textfeld 1">
            <a:hlinkClick r:id="rId3"/>
            <a:extLst>
              <a:ext uri="{FF2B5EF4-FFF2-40B4-BE49-F238E27FC236}">
                <a16:creationId xmlns:a16="http://schemas.microsoft.com/office/drawing/2014/main" id="{32F2897A-D545-4EF5-ABAC-7E1034FD124D}"/>
              </a:ext>
            </a:extLst>
          </p:cNvPr>
          <p:cNvSpPr txBox="1"/>
          <p:nvPr/>
        </p:nvSpPr>
        <p:spPr>
          <a:xfrm>
            <a:off x="323851" y="3579862"/>
            <a:ext cx="8496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154238" algn="l"/>
              </a:tabLst>
            </a:pPr>
            <a:r>
              <a:rPr lang="de-DE" sz="2000" dirty="0">
                <a:latin typeface="+mj-lt"/>
              </a:rPr>
              <a:t>Slide Decks and Demos:	</a:t>
            </a:r>
            <a:r>
              <a:rPr lang="de-DE" sz="2000" b="1" i="0" u="none" strike="noStrike" dirty="0">
                <a:solidFill>
                  <a:srgbClr val="165364"/>
                </a:solidFill>
                <a:effectLst/>
                <a:latin typeface="+mj-lt"/>
                <a:hlinkClick r:id="rId4"/>
              </a:rPr>
              <a:t>https://t1p.de/SQLServerGrundlagen</a:t>
            </a:r>
            <a:endParaRPr lang="de-DE" sz="2000" b="1" i="0" u="none" strike="noStrike" dirty="0">
              <a:solidFill>
                <a:srgbClr val="165364"/>
              </a:solidFill>
              <a:effectLst/>
              <a:latin typeface="+mj-lt"/>
            </a:endParaRPr>
          </a:p>
          <a:p>
            <a:pPr>
              <a:tabLst>
                <a:tab pos="2154238" algn="l"/>
              </a:tabLst>
            </a:pPr>
            <a:r>
              <a:rPr lang="de-DE" sz="2000" dirty="0">
                <a:latin typeface="+mj-lt"/>
              </a:rPr>
              <a:t>Demo-Database:		</a:t>
            </a:r>
            <a:r>
              <a:rPr lang="de-DE" sz="2000" b="1" i="0" u="none" strike="noStrike" dirty="0">
                <a:solidFill>
                  <a:srgbClr val="165364"/>
                </a:solidFill>
                <a:effectLst/>
                <a:latin typeface="+mj-lt"/>
                <a:hlinkClick r:id="rId5"/>
              </a:rPr>
              <a:t>https://t1p.de/CustomerOrdersDB</a:t>
            </a:r>
            <a:endParaRPr lang="de-DE" sz="20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Uwe Ricken</a:t>
            </a:r>
            <a:br>
              <a:rPr lang="de-DE" dirty="0"/>
            </a:br>
            <a:r>
              <a:rPr lang="de-DE" sz="1800" dirty="0"/>
              <a:t>db 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50" dirty="0"/>
              <a:t>I am working with IT-systems since early 1990's and with the main focus on </a:t>
            </a:r>
            <a:r>
              <a:rPr lang="en-US" sz="1050" b="1" i="1" dirty="0">
                <a:solidFill>
                  <a:schemeClr val="accent5"/>
                </a:solidFill>
              </a:rPr>
              <a:t>Microsoft SQL Server </a:t>
            </a:r>
            <a:r>
              <a:rPr lang="en-US" sz="1050" dirty="0"/>
              <a:t>since version 6.0. I started with development of database applications in 1998 with a professional CRM-System based on Microsoft products (Microsoft Office and </a:t>
            </a:r>
            <a:r>
              <a:rPr lang="en-US" sz="1050" b="1" i="1" dirty="0">
                <a:solidFill>
                  <a:schemeClr val="accent5"/>
                </a:solidFill>
              </a:rPr>
              <a:t>Microsoft SQL Server</a:t>
            </a:r>
            <a:r>
              <a:rPr lang="en-US" sz="1050" dirty="0"/>
              <a:t>).</a:t>
            </a:r>
          </a:p>
          <a:p>
            <a:pPr marL="0" indent="0">
              <a:buNone/>
            </a:pPr>
            <a:br>
              <a:rPr lang="en-US" sz="1050" dirty="0"/>
            </a:br>
            <a:r>
              <a:rPr lang="en-US" sz="1050" dirty="0"/>
              <a:t>Since 2008 I'm focused exclusively on </a:t>
            </a:r>
            <a:r>
              <a:rPr lang="en-US" sz="1050" b="1" i="1" dirty="0">
                <a:solidFill>
                  <a:schemeClr val="accent5"/>
                </a:solidFill>
              </a:rPr>
              <a:t>Microsoft SQL Server</a:t>
            </a:r>
            <a:r>
              <a:rPr lang="en-US" sz="1050" dirty="0"/>
              <a:t> and since 2008 I'm working in 3rd level support teams for banks, insurances and global industries.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Since May 2013 I'm a </a:t>
            </a:r>
            <a:r>
              <a:rPr lang="en-US" sz="1050" b="1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050" dirty="0"/>
              <a:t>which was an amazing way into the depth of </a:t>
            </a:r>
            <a:r>
              <a:rPr lang="en-US" sz="1050" b="1" i="1" dirty="0">
                <a:solidFill>
                  <a:schemeClr val="accent5"/>
                </a:solidFill>
              </a:rPr>
              <a:t>Microsoft SQL Server</a:t>
            </a:r>
            <a:r>
              <a:rPr lang="en-US" sz="1050" dirty="0"/>
              <a:t>.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/>
              <a:t>In July 2013 I have been awarded with the MVP Award for </a:t>
            </a:r>
            <a:r>
              <a:rPr lang="en-US" sz="1050" b="1" i="1" dirty="0">
                <a:solidFill>
                  <a:schemeClr val="accent5"/>
                </a:solidFill>
              </a:rPr>
              <a:t>Microsoft SQL Server</a:t>
            </a:r>
            <a:r>
              <a:rPr lang="en-US" sz="1050" dirty="0"/>
              <a:t>.</a:t>
            </a:r>
            <a:endParaRPr lang="de-DE" sz="1050" dirty="0"/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677449" algn="l"/>
              </a:tabLst>
            </a:pPr>
            <a:r>
              <a:rPr lang="de-DE" sz="1050" b="1" dirty="0" err="1"/>
              <a:t>www</a:t>
            </a:r>
            <a:r>
              <a:rPr lang="de-DE" sz="1050" dirty="0"/>
              <a:t>:	</a:t>
            </a:r>
            <a:r>
              <a:rPr lang="de-DE" sz="1050" dirty="0">
                <a:hlinkClick r:id="rId2"/>
              </a:rPr>
              <a:t>http://www.db-berater.de</a:t>
            </a:r>
            <a:endParaRPr lang="de-DE" sz="1050" dirty="0"/>
          </a:p>
          <a:p>
            <a:pPr marL="0" indent="0">
              <a:buNone/>
              <a:tabLst>
                <a:tab pos="677449" algn="l"/>
              </a:tabLst>
            </a:pPr>
            <a:r>
              <a:rPr lang="de-DE" sz="1050" b="1" dirty="0"/>
              <a:t>email</a:t>
            </a:r>
            <a:r>
              <a:rPr lang="de-DE" sz="1050" dirty="0"/>
              <a:t>:	</a:t>
            </a:r>
            <a:r>
              <a:rPr lang="de-DE" sz="1050" dirty="0">
                <a:hlinkClick r:id="rId3"/>
              </a:rPr>
              <a:t>uwe.ricken@db-berater.de</a:t>
            </a:r>
            <a:endParaRPr lang="de-DE" sz="1050" dirty="0"/>
          </a:p>
          <a:p>
            <a:pPr marL="0" indent="0">
              <a:buNone/>
              <a:tabLst>
                <a:tab pos="677449" algn="l"/>
              </a:tabLst>
            </a:pPr>
            <a:r>
              <a:rPr lang="de-DE" sz="1050" b="1" dirty="0" err="1"/>
              <a:t>blog</a:t>
            </a:r>
            <a:r>
              <a:rPr lang="de-DE" sz="1050" dirty="0"/>
              <a:t>:	</a:t>
            </a:r>
            <a:r>
              <a:rPr lang="de-DE" sz="1050" dirty="0">
                <a:hlinkClick r:id="rId4"/>
              </a:rPr>
              <a:t>http://www.sqlmaster.de</a:t>
            </a:r>
            <a:endParaRPr lang="de-DE" sz="1050" dirty="0"/>
          </a:p>
          <a:p>
            <a:pPr marL="0" indent="0">
              <a:buNone/>
              <a:tabLst>
                <a:tab pos="677449" algn="l"/>
              </a:tabLst>
            </a:pPr>
            <a:r>
              <a:rPr lang="de-DE" sz="1050" b="1" dirty="0" err="1"/>
              <a:t>twitter</a:t>
            </a:r>
            <a:r>
              <a:rPr lang="de-DE" sz="1050" dirty="0"/>
              <a:t>:	</a:t>
            </a:r>
            <a:r>
              <a:rPr lang="de-DE" sz="1050" dirty="0">
                <a:hlinkClick r:id="rId5"/>
              </a:rPr>
              <a:t>@dbberater</a:t>
            </a:r>
            <a:endParaRPr lang="de-DE" sz="1050" dirty="0"/>
          </a:p>
          <a:p>
            <a:pPr marL="0" indent="0">
              <a:buNone/>
              <a:tabLst>
                <a:tab pos="677449" algn="l"/>
              </a:tabLst>
            </a:pPr>
            <a:r>
              <a:rPr lang="de-DE" sz="1050" b="1" dirty="0" err="1"/>
              <a:t>xing</a:t>
            </a:r>
            <a:r>
              <a:rPr lang="de-DE" sz="1050" b="1" dirty="0"/>
              <a:t>:</a:t>
            </a:r>
            <a:r>
              <a:rPr lang="de-DE" sz="1050" dirty="0"/>
              <a:t>	</a:t>
            </a:r>
            <a:r>
              <a:rPr lang="de-DE" sz="1050" dirty="0">
                <a:hlinkClick r:id="rId6"/>
              </a:rPr>
              <a:t>http://www.xing.com/profile/Uwe_Ricken</a:t>
            </a:r>
            <a:endParaRPr lang="de-DE" sz="105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56500"/>
            <a:ext cx="1404156" cy="1404156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204" y="2620942"/>
            <a:ext cx="857250" cy="626864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54" y="2620942"/>
            <a:ext cx="857250" cy="64293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205" y="3511749"/>
            <a:ext cx="1094216" cy="44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6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Standard-Seminarzeiten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491880" y="951570"/>
            <a:ext cx="4320480" cy="3780420"/>
          </a:xfrm>
        </p:spPr>
        <p:txBody>
          <a:bodyPr/>
          <a:lstStyle/>
          <a:p>
            <a:pPr algn="ctr">
              <a:lnSpc>
                <a:spcPct val="80000"/>
              </a:lnSpc>
            </a:pPr>
            <a:endParaRPr lang="de-DE" dirty="0">
              <a:latin typeface="Tahoma" pitchFamily="34" charset="0"/>
            </a:endParaRPr>
          </a:p>
          <a:p>
            <a:pPr>
              <a:lnSpc>
                <a:spcPct val="80000"/>
              </a:lnSpc>
            </a:pPr>
            <a:r>
              <a:rPr lang="de-DE" sz="2700" dirty="0">
                <a:latin typeface="Tahoma" pitchFamily="34" charset="0"/>
              </a:rPr>
              <a:t>09:00 – 10:30</a:t>
            </a:r>
          </a:p>
          <a:p>
            <a:pPr>
              <a:lnSpc>
                <a:spcPct val="80000"/>
              </a:lnSpc>
            </a:pPr>
            <a:r>
              <a:rPr lang="de-DE" sz="2700" dirty="0">
                <a:solidFill>
                  <a:srgbClr val="009DDF"/>
                </a:solidFill>
                <a:latin typeface="Tahoma" pitchFamily="34" charset="0"/>
              </a:rPr>
              <a:t>Pause 20 Minuten</a:t>
            </a:r>
          </a:p>
          <a:p>
            <a:pPr>
              <a:lnSpc>
                <a:spcPct val="80000"/>
              </a:lnSpc>
            </a:pPr>
            <a:r>
              <a:rPr lang="de-DE" sz="2700" dirty="0">
                <a:latin typeface="Tahoma" pitchFamily="34" charset="0"/>
              </a:rPr>
              <a:t>10:50 – 12:15</a:t>
            </a:r>
          </a:p>
          <a:p>
            <a:pPr>
              <a:lnSpc>
                <a:spcPct val="80000"/>
              </a:lnSpc>
            </a:pPr>
            <a:r>
              <a:rPr lang="de-DE" sz="2700" dirty="0">
                <a:solidFill>
                  <a:srgbClr val="009DDF"/>
                </a:solidFill>
                <a:latin typeface="Tahoma" pitchFamily="34" charset="0"/>
              </a:rPr>
              <a:t>Mittagspause 1 Stunde</a:t>
            </a:r>
          </a:p>
          <a:p>
            <a:pPr>
              <a:lnSpc>
                <a:spcPct val="80000"/>
              </a:lnSpc>
            </a:pPr>
            <a:r>
              <a:rPr lang="de-DE" sz="2700" dirty="0">
                <a:latin typeface="Tahoma" pitchFamily="34" charset="0"/>
              </a:rPr>
              <a:t>13:15 – 14:40</a:t>
            </a:r>
          </a:p>
          <a:p>
            <a:pPr>
              <a:lnSpc>
                <a:spcPct val="80000"/>
              </a:lnSpc>
            </a:pPr>
            <a:r>
              <a:rPr lang="de-DE" sz="2700" dirty="0">
                <a:solidFill>
                  <a:srgbClr val="009DDF"/>
                </a:solidFill>
                <a:latin typeface="Tahoma" pitchFamily="34" charset="0"/>
              </a:rPr>
              <a:t>Pause 20 Minuten</a:t>
            </a:r>
          </a:p>
          <a:p>
            <a:pPr>
              <a:lnSpc>
                <a:spcPct val="80000"/>
              </a:lnSpc>
            </a:pPr>
            <a:r>
              <a:rPr lang="de-DE" sz="2700" dirty="0">
                <a:latin typeface="Tahoma" pitchFamily="34" charset="0"/>
              </a:rPr>
              <a:t>15:00 – (16:30 </a:t>
            </a:r>
            <a:r>
              <a:rPr lang="de-DE" sz="2700">
                <a:latin typeface="Tahoma" pitchFamily="34" charset="0"/>
              </a:rPr>
              <a:t>- 16:45)</a:t>
            </a:r>
            <a:endParaRPr lang="de-DE" sz="2700" dirty="0">
              <a:latin typeface="Tahoma" pitchFamily="34" charset="0"/>
            </a:endParaRPr>
          </a:p>
          <a:p>
            <a:pPr algn="ctr">
              <a:lnSpc>
                <a:spcPct val="80000"/>
              </a:lnSpc>
            </a:pPr>
            <a:endParaRPr lang="de-DE" dirty="0">
              <a:latin typeface="Tahoma" pitchFamily="34" charset="0"/>
            </a:endParaRPr>
          </a:p>
          <a:p>
            <a:endParaRPr lang="de-DE" dirty="0"/>
          </a:p>
        </p:txBody>
      </p:sp>
      <p:pic>
        <p:nvPicPr>
          <p:cNvPr id="111619" name="Picture 3" descr="j02341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392" y="1006078"/>
            <a:ext cx="1464469" cy="155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01371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Grundlagen relationale Datenbanken</a:t>
            </a:r>
          </a:p>
          <a:p>
            <a:r>
              <a:rPr lang="de-DE" dirty="0"/>
              <a:t>Einführung SQL Server</a:t>
            </a:r>
          </a:p>
          <a:p>
            <a:r>
              <a:rPr lang="de-DE" dirty="0"/>
              <a:t>Arbeiten mit SQL Server und dessen Zusatzprogramme</a:t>
            </a:r>
          </a:p>
          <a:p>
            <a:pPr lvl="1"/>
            <a:r>
              <a:rPr lang="de-DE" dirty="0"/>
              <a:t>Anlegen von Datenbanken</a:t>
            </a:r>
          </a:p>
          <a:p>
            <a:pPr lvl="1"/>
            <a:r>
              <a:rPr lang="de-DE" dirty="0"/>
              <a:t>Datentypen und Erstellung von Tabellen</a:t>
            </a:r>
          </a:p>
          <a:p>
            <a:pPr lvl="1"/>
            <a:r>
              <a:rPr lang="de-DE" dirty="0"/>
              <a:t>Datenintegrität</a:t>
            </a:r>
          </a:p>
          <a:p>
            <a:pPr lvl="1"/>
            <a:r>
              <a:rPr lang="de-DE" dirty="0"/>
              <a:t>Indizes</a:t>
            </a:r>
          </a:p>
          <a:p>
            <a:pPr lvl="1"/>
            <a:r>
              <a:rPr lang="de-DE" dirty="0"/>
              <a:t>Sichten / Funktionen / </a:t>
            </a:r>
            <a:r>
              <a:rPr lang="de-DE" dirty="0" err="1"/>
              <a:t>Stored</a:t>
            </a:r>
            <a:r>
              <a:rPr lang="de-DE" dirty="0"/>
              <a:t> </a:t>
            </a:r>
            <a:r>
              <a:rPr lang="de-DE" dirty="0" err="1"/>
              <a:t>Procedures</a:t>
            </a:r>
            <a:endParaRPr lang="de-DE" dirty="0"/>
          </a:p>
          <a:p>
            <a:pPr lvl="1"/>
            <a:r>
              <a:rPr lang="de-DE" dirty="0"/>
              <a:t>Transaktionen</a:t>
            </a:r>
          </a:p>
        </p:txBody>
      </p:sp>
    </p:spTree>
    <p:extLst>
      <p:ext uri="{BB962C8B-B14F-4D97-AF65-F5344CB8AC3E}">
        <p14:creationId xmlns:p14="http://schemas.microsoft.com/office/powerpoint/2010/main" val="135354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Sicherheitskonzept des SQL Server</a:t>
            </a:r>
          </a:p>
          <a:p>
            <a:pPr lvl="1"/>
            <a:r>
              <a:rPr lang="de-DE" dirty="0"/>
              <a:t>SQL Server Dienste</a:t>
            </a:r>
          </a:p>
          <a:p>
            <a:pPr lvl="1"/>
            <a:r>
              <a:rPr lang="de-DE" dirty="0"/>
              <a:t>Serverzugriff</a:t>
            </a:r>
          </a:p>
          <a:p>
            <a:pPr lvl="1"/>
            <a:r>
              <a:rPr lang="de-DE" dirty="0"/>
              <a:t>Datenbankzugriff</a:t>
            </a:r>
          </a:p>
          <a:p>
            <a:r>
              <a:rPr lang="de-DE" dirty="0"/>
              <a:t>Sicherheitskonzept in Datenbanken</a:t>
            </a:r>
          </a:p>
          <a:p>
            <a:pPr lvl="1"/>
            <a:r>
              <a:rPr lang="de-DE" dirty="0"/>
              <a:t>Serverrollen (Logins)</a:t>
            </a:r>
          </a:p>
          <a:p>
            <a:pPr lvl="1"/>
            <a:r>
              <a:rPr lang="de-DE" dirty="0"/>
              <a:t>Datenbankrollen (User)</a:t>
            </a:r>
          </a:p>
          <a:p>
            <a:r>
              <a:rPr lang="de-DE" dirty="0"/>
              <a:t>Schemata</a:t>
            </a:r>
          </a:p>
          <a:p>
            <a:r>
              <a:rPr lang="de-DE" dirty="0"/>
              <a:t>Principals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Begrifflichkeiten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Relationenmodel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552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Nomenklatur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316288" algn="l"/>
              </a:tabLst>
            </a:pPr>
            <a:r>
              <a:rPr lang="de-DE" dirty="0"/>
              <a:t>Datenbanksystem	=	RDBMS</a:t>
            </a:r>
            <a:br>
              <a:rPr lang="de-DE" dirty="0"/>
            </a:br>
            <a:r>
              <a:rPr lang="de-DE" dirty="0"/>
              <a:t>			</a:t>
            </a:r>
            <a:r>
              <a:rPr lang="de-DE" b="1" dirty="0"/>
              <a:t>R</a:t>
            </a:r>
            <a:r>
              <a:rPr lang="de-DE" dirty="0"/>
              <a:t>elational </a:t>
            </a:r>
            <a:r>
              <a:rPr lang="de-DE" b="1" dirty="0" err="1"/>
              <a:t>D</a:t>
            </a:r>
            <a:r>
              <a:rPr lang="de-DE" dirty="0" err="1"/>
              <a:t>ata</a:t>
            </a:r>
            <a:r>
              <a:rPr lang="de-DE" b="1" dirty="0" err="1"/>
              <a:t>B</a:t>
            </a:r>
            <a:r>
              <a:rPr lang="de-DE" dirty="0" err="1"/>
              <a:t>ase</a:t>
            </a:r>
            <a:r>
              <a:rPr lang="de-DE" dirty="0"/>
              <a:t> </a:t>
            </a:r>
            <a:r>
              <a:rPr lang="de-DE" b="1" dirty="0"/>
              <a:t>M</a:t>
            </a:r>
            <a:r>
              <a:rPr lang="de-DE" dirty="0"/>
              <a:t>odel </a:t>
            </a:r>
            <a:r>
              <a:rPr lang="de-DE" b="1" dirty="0"/>
              <a:t>S</a:t>
            </a:r>
            <a:r>
              <a:rPr lang="de-DE" dirty="0"/>
              <a:t>ystem</a:t>
            </a:r>
          </a:p>
          <a:p>
            <a:pPr>
              <a:tabLst>
                <a:tab pos="3316288" algn="l"/>
              </a:tabLst>
            </a:pPr>
            <a:r>
              <a:rPr lang="de-DE" dirty="0"/>
              <a:t>Tabelle	=	Relation</a:t>
            </a:r>
          </a:p>
          <a:p>
            <a:pPr>
              <a:tabLst>
                <a:tab pos="3316288" algn="l"/>
              </a:tabLst>
            </a:pPr>
            <a:r>
              <a:rPr lang="de-DE" dirty="0"/>
              <a:t>Spalte	=	Attribut</a:t>
            </a:r>
          </a:p>
          <a:p>
            <a:pPr>
              <a:tabLst>
                <a:tab pos="3316288" algn="l"/>
              </a:tabLst>
            </a:pPr>
            <a:r>
              <a:rPr lang="de-DE" dirty="0"/>
              <a:t>Datensatz	=	</a:t>
            </a:r>
            <a:r>
              <a:rPr lang="de-DE" dirty="0" err="1"/>
              <a:t>Tuple</a:t>
            </a:r>
            <a:r>
              <a:rPr lang="de-DE" dirty="0"/>
              <a:t> / </a:t>
            </a:r>
            <a:r>
              <a:rPr lang="de-DE" dirty="0" err="1"/>
              <a:t>Record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1675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FAA57-6E6D-4609-AFE7-B49982D8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Relationale Datenbanksysteme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1FEBB4-320B-4F66-BD10-92F469CDF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relationale Datenbank (RDBMS) besteht aus einer oder mehreren Tabellen (Relationen)</a:t>
            </a:r>
          </a:p>
          <a:p>
            <a:r>
              <a:rPr lang="de-DE" dirty="0"/>
              <a:t>jede Zeile (Tupel) repräsentiert einen eigenen Datensatz (</a:t>
            </a:r>
            <a:r>
              <a:rPr lang="de-DE" dirty="0" err="1"/>
              <a:t>Record</a:t>
            </a:r>
            <a:r>
              <a:rPr lang="de-DE" dirty="0"/>
              <a:t>) </a:t>
            </a:r>
          </a:p>
          <a:p>
            <a:r>
              <a:rPr lang="de-DE" dirty="0"/>
              <a:t>Die Spalten jeder Zeilen sind Attribute, also Eigenschaften der Daten.</a:t>
            </a:r>
          </a:p>
          <a:p>
            <a:r>
              <a:rPr lang="de-DE" dirty="0"/>
              <a:t>Eine Domäne/Domain ist der Wertebereich, den die Attribute annehmen könne.</a:t>
            </a:r>
          </a:p>
          <a:p>
            <a:r>
              <a:rPr lang="de-DE" dirty="0"/>
              <a:t>Durch Schemata lassen sich die Anzahl als auch die Typen der Attributen einer Relation festlegen.</a:t>
            </a:r>
          </a:p>
        </p:txBody>
      </p:sp>
    </p:spTree>
    <p:extLst>
      <p:ext uri="{BB962C8B-B14F-4D97-AF65-F5344CB8AC3E}">
        <p14:creationId xmlns:p14="http://schemas.microsoft.com/office/powerpoint/2010/main" val="4252416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FAA57-6E6D-4609-AFE7-B49982D8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Relationale Datenbanksysteme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1FEBB4-320B-4F66-BD10-92F469CDF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Ein Datensatz muss eindeutig identifizierbar sein (Key-Attribute).</a:t>
            </a:r>
          </a:p>
          <a:p>
            <a:pPr lvl="1"/>
            <a:r>
              <a:rPr lang="de-DE" b="1" dirty="0"/>
              <a:t>Surrogatschlüssel</a:t>
            </a:r>
            <a:br>
              <a:rPr lang="de-DE" dirty="0"/>
            </a:br>
            <a:r>
              <a:rPr lang="de-DE" dirty="0"/>
              <a:t>Ein Surrogatschlüssel wird vom System generiert, ist jedoch für den Benutzer oder die Anwendung sichtbar (</a:t>
            </a:r>
            <a:r>
              <a:rPr lang="de-DE" dirty="0" err="1"/>
              <a:t>Bsp</a:t>
            </a:r>
            <a:r>
              <a:rPr lang="de-DE" dirty="0"/>
              <a:t>: Automatisch generierte ID)</a:t>
            </a:r>
          </a:p>
          <a:p>
            <a:pPr lvl="1"/>
            <a:r>
              <a:rPr lang="de-DE" b="1" dirty="0"/>
              <a:t>Naturalschlüssel</a:t>
            </a:r>
            <a:br>
              <a:rPr lang="de-DE" dirty="0"/>
            </a:br>
            <a:r>
              <a:rPr lang="de-DE" dirty="0"/>
              <a:t>Ein natürlicher Schlüssel ist ein Schlüssel in einer Datenbank, der aus Attributen besteht, die in der Außenwelt außerhalb der Datenbank vorhanden sind.</a:t>
            </a:r>
            <a:br>
              <a:rPr lang="de-DE" dirty="0"/>
            </a:br>
            <a:r>
              <a:rPr lang="de-DE" dirty="0"/>
              <a:t> (</a:t>
            </a:r>
            <a:r>
              <a:rPr lang="de-DE" dirty="0" err="1"/>
              <a:t>Bsp</a:t>
            </a:r>
            <a:r>
              <a:rPr lang="de-DE" dirty="0"/>
              <a:t>: Fahrgestell-Nummer eines PKW)</a:t>
            </a:r>
          </a:p>
        </p:txBody>
      </p:sp>
    </p:spTree>
    <p:extLst>
      <p:ext uri="{BB962C8B-B14F-4D97-AF65-F5344CB8AC3E}">
        <p14:creationId xmlns:p14="http://schemas.microsoft.com/office/powerpoint/2010/main" val="1114402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Datenbankschlüssel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Primärschlüssel</a:t>
            </a:r>
          </a:p>
          <a:p>
            <a:pPr lvl="1"/>
            <a:r>
              <a:rPr lang="de-DE" dirty="0"/>
              <a:t>Zur Identifikation eines Tupels in einer Relation wird ein Primärschlüssel ausgewählt.</a:t>
            </a:r>
          </a:p>
          <a:p>
            <a:pPr lvl="1"/>
            <a:r>
              <a:rPr lang="de-DE" dirty="0"/>
              <a:t>Der Primärschlüssel umfasst einen bis </a:t>
            </a:r>
            <a:r>
              <a:rPr lang="de-DE" b="1" dirty="0"/>
              <a:t>wenige </a:t>
            </a:r>
            <a:r>
              <a:rPr lang="de-DE" dirty="0"/>
              <a:t>Attribute.</a:t>
            </a:r>
          </a:p>
          <a:p>
            <a:pPr lvl="1"/>
            <a:r>
              <a:rPr lang="de-DE" dirty="0"/>
              <a:t>Er sollte zeitlich stabil sein.</a:t>
            </a:r>
          </a:p>
          <a:p>
            <a:pPr lvl="1"/>
            <a:r>
              <a:rPr lang="de-DE" dirty="0"/>
              <a:t>Der Primärschlüssel muss die Identifizierbarkeit der realen Objekte erlauben</a:t>
            </a:r>
          </a:p>
          <a:p>
            <a:r>
              <a:rPr lang="de-DE" b="1" dirty="0"/>
              <a:t>Fremdschlüssel</a:t>
            </a:r>
          </a:p>
          <a:p>
            <a:pPr lvl="1"/>
            <a:r>
              <a:rPr lang="de-DE" dirty="0"/>
              <a:t>Ein Fremdschlüssel ist ein Attribut oder eine Attributkombination einer Relation, welches auf einen Primärschlüssel (bzw. Schlüsselkandidaten) einer anderen oder der gleichen Relation verweist.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5799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Normalformen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Relationenmodel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6582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Normalisierung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b="1" dirty="0"/>
              <a:t>1. Normalform</a:t>
            </a:r>
          </a:p>
          <a:p>
            <a:pPr lvl="1"/>
            <a:r>
              <a:rPr lang="de-DE" dirty="0"/>
              <a:t>Jedes Attribut der Relation muss einen </a:t>
            </a:r>
            <a:r>
              <a:rPr lang="de-DE" b="1" dirty="0"/>
              <a:t>atomaren</a:t>
            </a:r>
            <a:r>
              <a:rPr lang="de-DE" dirty="0"/>
              <a:t> Wertebereich haben</a:t>
            </a:r>
          </a:p>
          <a:p>
            <a:pPr lvl="1"/>
            <a:r>
              <a:rPr lang="de-DE" dirty="0"/>
              <a:t>Die Relation muss frei von Wiederholungsgruppen sein und einen eindeutigen Primärschlüssel besitzen.</a:t>
            </a:r>
          </a:p>
          <a:p>
            <a:r>
              <a:rPr lang="de-DE" b="1" dirty="0"/>
              <a:t>2. Normalform</a:t>
            </a:r>
          </a:p>
          <a:p>
            <a:pPr lvl="1"/>
            <a:r>
              <a:rPr lang="de-DE" dirty="0"/>
              <a:t>Eine Relation ist in der zweiten Normalform, wenn die erste Normalform vorliegt und jedes Nichtschlüsselattribut vom gesamten Primärschlüssel </a:t>
            </a:r>
            <a:r>
              <a:rPr lang="de-DE" b="1" dirty="0"/>
              <a:t>voll funktional </a:t>
            </a:r>
            <a:r>
              <a:rPr lang="de-DE" dirty="0"/>
              <a:t>abhängig ist.</a:t>
            </a:r>
          </a:p>
          <a:p>
            <a:r>
              <a:rPr lang="de-DE" b="1" dirty="0"/>
              <a:t>3. Normalform</a:t>
            </a:r>
          </a:p>
          <a:p>
            <a:pPr lvl="1"/>
            <a:r>
              <a:rPr lang="de-DE" dirty="0"/>
              <a:t>Die dritte Normalform ist dann erreicht, wenn sich das Schema in der zweiten Normalform befindet, und kein Nichtschlüsselattribut von einem Schlüsselkandidaten transitiv abhängt.</a:t>
            </a:r>
          </a:p>
          <a:p>
            <a:pPr lvl="1"/>
            <a:endParaRPr lang="de-DE" dirty="0"/>
          </a:p>
          <a:p>
            <a:r>
              <a:rPr lang="de-DE" dirty="0">
                <a:hlinkClick r:id="rId2"/>
              </a:rPr>
              <a:t>http://de.wikipedia.org/wiki/Normalisierung_%28Datenbank%29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2767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B81C0-1481-4093-A441-3F890DBD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Abhängigkeiten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3A8757-6AEF-4C0D-9202-F4B686EF0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Funktionale Abhängigkeit</a:t>
            </a:r>
          </a:p>
          <a:p>
            <a:pPr lvl="1"/>
            <a:r>
              <a:rPr lang="de-DE" dirty="0"/>
              <a:t>Eine Funktionale Abhängigkeit zwischen Attribut Y und Attribut X liegt dann vor, wenn es zu jedem X genau ein Y gibt.</a:t>
            </a:r>
          </a:p>
          <a:p>
            <a:r>
              <a:rPr lang="de-DE" b="1" dirty="0"/>
              <a:t>Voll funktionale Abhängigkeit</a:t>
            </a:r>
          </a:p>
          <a:p>
            <a:pPr lvl="1"/>
            <a:r>
              <a:rPr lang="de-DE" dirty="0"/>
              <a:t>Eine vollständig funktionale Abhängigkeit liegt dann vor, wenn dass </a:t>
            </a:r>
            <a:r>
              <a:rPr lang="de-DE" b="1" dirty="0"/>
              <a:t>Nicht-Schlüsselattribut</a:t>
            </a:r>
            <a:r>
              <a:rPr lang="de-DE" dirty="0"/>
              <a:t> nicht nur von einem Teil der Attribute eines zusammengesetzten Schlüsselkandidaten funktional abhängig ist, sondern von allen Teilen eines Relationstyps.</a:t>
            </a:r>
          </a:p>
          <a:p>
            <a:r>
              <a:rPr lang="de-DE" b="1" dirty="0"/>
              <a:t>Transitive Abhängigkeit</a:t>
            </a:r>
          </a:p>
          <a:p>
            <a:pPr lvl="1"/>
            <a:r>
              <a:rPr lang="de-DE" dirty="0"/>
              <a:t>Eine transitive Abhängigkeit liegt dann vor, wenn Y von X funktional abhängig und Z von Y, so ist Z von X funktional abhängig. </a:t>
            </a:r>
            <a:r>
              <a:rPr lang="de-DE" b="1" dirty="0"/>
              <a:t>Diese Abhängigkeit ist transitiv.</a:t>
            </a:r>
            <a:r>
              <a:rPr lang="de-DE" dirty="0"/>
              <a:t> Die transitive Abhängigkeit wird mit 3. Normalform (3NF) erreicht.</a:t>
            </a:r>
          </a:p>
        </p:txBody>
      </p:sp>
    </p:spTree>
    <p:extLst>
      <p:ext uri="{BB962C8B-B14F-4D97-AF65-F5344CB8AC3E}">
        <p14:creationId xmlns:p14="http://schemas.microsoft.com/office/powerpoint/2010/main" val="96834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Normalformen</a:t>
            </a:r>
          </a:p>
        </p:txBody>
      </p:sp>
      <p:sp>
        <p:nvSpPr>
          <p:cNvPr id="1032" name="Inhaltsplatzhalter 1031">
            <a:extLst>
              <a:ext uri="{FF2B5EF4-FFF2-40B4-BE49-F238E27FC236}">
                <a16:creationId xmlns:a16="http://schemas.microsoft.com/office/drawing/2014/main" id="{CD11EEB0-7670-4725-8EE6-7FCA75329D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 dirty="0"/>
          </a:p>
        </p:txBody>
      </p:sp>
      <p:graphicFrame>
        <p:nvGraphicFramePr>
          <p:cNvPr id="45" name="Inhaltsplatzhalter 44">
            <a:extLst>
              <a:ext uri="{FF2B5EF4-FFF2-40B4-BE49-F238E27FC236}">
                <a16:creationId xmlns:a16="http://schemas.microsoft.com/office/drawing/2014/main" id="{F3BB0D6F-3073-4268-80A6-2E6EB2C616C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2639394"/>
              </p:ext>
            </p:extLst>
          </p:nvPr>
        </p:nvGraphicFramePr>
        <p:xfrm>
          <a:off x="250825" y="1249363"/>
          <a:ext cx="4654385" cy="195008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3905">
                  <a:extLst>
                    <a:ext uri="{9D8B030D-6E8A-4147-A177-3AD203B41FA5}">
                      <a16:colId xmlns:a16="http://schemas.microsoft.com/office/drawing/2014/main" val="422867253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125729084"/>
                    </a:ext>
                  </a:extLst>
                </a:gridCol>
                <a:gridCol w="772775">
                  <a:extLst>
                    <a:ext uri="{9D8B030D-6E8A-4147-A177-3AD203B41FA5}">
                      <a16:colId xmlns:a16="http://schemas.microsoft.com/office/drawing/2014/main" val="370322411"/>
                    </a:ext>
                  </a:extLst>
                </a:gridCol>
                <a:gridCol w="570267">
                  <a:extLst>
                    <a:ext uri="{9D8B030D-6E8A-4147-A177-3AD203B41FA5}">
                      <a16:colId xmlns:a16="http://schemas.microsoft.com/office/drawing/2014/main" val="3220416628"/>
                    </a:ext>
                  </a:extLst>
                </a:gridCol>
                <a:gridCol w="503177">
                  <a:extLst>
                    <a:ext uri="{9D8B030D-6E8A-4147-A177-3AD203B41FA5}">
                      <a16:colId xmlns:a16="http://schemas.microsoft.com/office/drawing/2014/main" val="2268416481"/>
                    </a:ext>
                  </a:extLst>
                </a:gridCol>
                <a:gridCol w="935573">
                  <a:extLst>
                    <a:ext uri="{9D8B030D-6E8A-4147-A177-3AD203B41FA5}">
                      <a16:colId xmlns:a16="http://schemas.microsoft.com/office/drawing/2014/main" val="1865828515"/>
                    </a:ext>
                  </a:extLst>
                </a:gridCol>
                <a:gridCol w="674592">
                  <a:extLst>
                    <a:ext uri="{9D8B030D-6E8A-4147-A177-3AD203B41FA5}">
                      <a16:colId xmlns:a16="http://schemas.microsoft.com/office/drawing/2014/main" val="1552372834"/>
                    </a:ext>
                  </a:extLst>
                </a:gridCol>
              </a:tblGrid>
              <a:tr h="205103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Employee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Department_Id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Project_Id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Hours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2744924647"/>
                  </a:ext>
                </a:extLst>
              </a:tr>
              <a:tr h="267910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Keri Moody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1, 2, 3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Update,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1.329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1.334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1.387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52363"/>
                  </a:ext>
                </a:extLst>
              </a:tr>
              <a:tr h="267910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Laura Morales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3, 4, 5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Campaign,</a:t>
                      </a:r>
                      <a:b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 Survey,</a:t>
                      </a:r>
                      <a:b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Aquisition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1.325</a:t>
                      </a:r>
                      <a:b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1.361</a:t>
                      </a:r>
                      <a:b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1.325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011013530"/>
                  </a:ext>
                </a:extLst>
              </a:tr>
              <a:tr h="267910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Lena Lucas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1, 2, 3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1.357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1.350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1.314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577609"/>
                  </a:ext>
                </a:extLst>
              </a:tr>
              <a:tr h="9097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Ryan Morton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1.361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760874763"/>
                  </a:ext>
                </a:extLst>
              </a:tr>
              <a:tr h="9097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Marianne Beasley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182027"/>
                  </a:ext>
                </a:extLst>
              </a:tr>
              <a:tr h="9097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Pamela Ellison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1.330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085432485"/>
                  </a:ext>
                </a:extLst>
              </a:tr>
              <a:tr h="9097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Sammy Vaughan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1.373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809150"/>
                  </a:ext>
                </a:extLst>
              </a:tr>
              <a:tr h="9097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Pedro Elliott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1.311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3664062997"/>
                  </a:ext>
                </a:extLst>
              </a:tr>
            </a:tbl>
          </a:graphicData>
        </a:graphic>
      </p:graphicFrame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B8BAF9A-F8B2-4D6E-BE75-246FE63FE4EF}"/>
              </a:ext>
            </a:extLst>
          </p:cNvPr>
          <p:cNvGrpSpPr/>
          <p:nvPr/>
        </p:nvGrpSpPr>
        <p:grpSpPr>
          <a:xfrm>
            <a:off x="5148064" y="1985268"/>
            <a:ext cx="3543167" cy="1954634"/>
            <a:chOff x="5003076" y="1252617"/>
            <a:chExt cx="3543167" cy="1954634"/>
          </a:xfrm>
        </p:grpSpPr>
        <p:pic>
          <p:nvPicPr>
            <p:cNvPr id="47" name="Grafik 46">
              <a:extLst>
                <a:ext uri="{FF2B5EF4-FFF2-40B4-BE49-F238E27FC236}">
                  <a16:creationId xmlns:a16="http://schemas.microsoft.com/office/drawing/2014/main" id="{99213B80-03B4-4B97-A78C-F7C09DA70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4486" y="1276350"/>
              <a:ext cx="1149722" cy="69120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8" name="Grafik 47">
              <a:extLst>
                <a:ext uri="{FF2B5EF4-FFF2-40B4-BE49-F238E27FC236}">
                  <a16:creationId xmlns:a16="http://schemas.microsoft.com/office/drawing/2014/main" id="{C0CB8365-6ACB-4034-8AA5-A7BED1BFB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8458" y="1275606"/>
              <a:ext cx="1787785" cy="86409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9" name="Grafik 48">
              <a:extLst>
                <a:ext uri="{FF2B5EF4-FFF2-40B4-BE49-F238E27FC236}">
                  <a16:creationId xmlns:a16="http://schemas.microsoft.com/office/drawing/2014/main" id="{98356F4C-9DBC-4F85-AB27-48F4815DB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4328" y="2283718"/>
              <a:ext cx="1008558" cy="65414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0" name="Grafik 49">
              <a:extLst>
                <a:ext uri="{FF2B5EF4-FFF2-40B4-BE49-F238E27FC236}">
                  <a16:creationId xmlns:a16="http://schemas.microsoft.com/office/drawing/2014/main" id="{ABA0CCB1-5739-488F-8C24-D9CF866E1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5095" y="2248049"/>
              <a:ext cx="1293129" cy="95920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BACECCD6-BFFA-4D27-A29F-A7995A8EA5B2}"/>
                </a:ext>
              </a:extLst>
            </p:cNvPr>
            <p:cNvSpPr/>
            <p:nvPr/>
          </p:nvSpPr>
          <p:spPr>
            <a:xfrm>
              <a:off x="5294486" y="2355726"/>
              <a:ext cx="429642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2" name="Verbinder: gewinkelt 51">
              <a:extLst>
                <a:ext uri="{FF2B5EF4-FFF2-40B4-BE49-F238E27FC236}">
                  <a16:creationId xmlns:a16="http://schemas.microsoft.com/office/drawing/2014/main" id="{C974DE47-EC42-408B-9B03-04C8BEFFB665}"/>
                </a:ext>
              </a:extLst>
            </p:cNvPr>
            <p:cNvCxnSpPr>
              <a:cxnSpLocks/>
              <a:stCxn id="47" idx="1"/>
              <a:endCxn id="51" idx="1"/>
            </p:cNvCxnSpPr>
            <p:nvPr/>
          </p:nvCxnSpPr>
          <p:spPr>
            <a:xfrm rot="10800000" flipV="1">
              <a:off x="5294486" y="1621950"/>
              <a:ext cx="12700" cy="805783"/>
            </a:xfrm>
            <a:prstGeom prst="bentConnector3">
              <a:avLst>
                <a:gd name="adj1" fmla="val 1310197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Verbinder: gewinkelt 52">
              <a:extLst>
                <a:ext uri="{FF2B5EF4-FFF2-40B4-BE49-F238E27FC236}">
                  <a16:creationId xmlns:a16="http://schemas.microsoft.com/office/drawing/2014/main" id="{D6033C52-F477-46FB-B2BC-0901B0ED6DD2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rot="10800000" flipV="1">
              <a:off x="5860688" y="1707654"/>
              <a:ext cx="897770" cy="698098"/>
            </a:xfrm>
            <a:prstGeom prst="bentConnector3">
              <a:avLst>
                <a:gd name="adj1" fmla="val 25057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Verbinder: gewinkelt 53">
              <a:extLst>
                <a:ext uri="{FF2B5EF4-FFF2-40B4-BE49-F238E27FC236}">
                  <a16:creationId xmlns:a16="http://schemas.microsoft.com/office/drawing/2014/main" id="{87E0C4D1-C261-4B0F-897A-234A1150DDB8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H="1">
              <a:off x="7524328" y="1707654"/>
              <a:ext cx="1021915" cy="903135"/>
            </a:xfrm>
            <a:prstGeom prst="bentConnector5">
              <a:avLst>
                <a:gd name="adj1" fmla="val -13645"/>
                <a:gd name="adj2" fmla="val 55812"/>
                <a:gd name="adj3" fmla="val 122370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173BDDD2-C4DD-4ABC-95D6-F7D314015949}"/>
                </a:ext>
              </a:extLst>
            </p:cNvPr>
            <p:cNvSpPr txBox="1"/>
            <p:nvPr/>
          </p:nvSpPr>
          <p:spPr>
            <a:xfrm>
              <a:off x="5004048" y="127560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48B08A28-146F-488D-9833-E522177D1D0A}"/>
                </a:ext>
              </a:extLst>
            </p:cNvPr>
            <p:cNvSpPr txBox="1"/>
            <p:nvPr/>
          </p:nvSpPr>
          <p:spPr>
            <a:xfrm>
              <a:off x="6444208" y="125261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CFA48EDB-AED3-4BF8-9D9E-882E1439D922}"/>
                </a:ext>
              </a:extLst>
            </p:cNvPr>
            <p:cNvSpPr txBox="1"/>
            <p:nvPr/>
          </p:nvSpPr>
          <p:spPr>
            <a:xfrm>
              <a:off x="5003076" y="2421148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n</a:t>
              </a: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81E96B3A-4000-4D55-8686-0CA5DAEE2C8F}"/>
                </a:ext>
              </a:extLst>
            </p:cNvPr>
            <p:cNvSpPr txBox="1"/>
            <p:nvPr/>
          </p:nvSpPr>
          <p:spPr>
            <a:xfrm>
              <a:off x="5992588" y="2058401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n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97A4296-FC27-4888-98E0-D399F42E4D79}"/>
                </a:ext>
              </a:extLst>
            </p:cNvPr>
            <p:cNvSpPr txBox="1"/>
            <p:nvPr/>
          </p:nvSpPr>
          <p:spPr>
            <a:xfrm>
              <a:off x="7214628" y="2605814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n</a:t>
              </a:r>
            </a:p>
          </p:txBody>
        </p:sp>
      </p:grpSp>
      <p:sp>
        <p:nvSpPr>
          <p:cNvPr id="1033" name="Textfeld 1032">
            <a:extLst>
              <a:ext uri="{FF2B5EF4-FFF2-40B4-BE49-F238E27FC236}">
                <a16:creationId xmlns:a16="http://schemas.microsoft.com/office/drawing/2014/main" id="{DED18507-28DF-4C5A-AB0C-44415680C7C0}"/>
              </a:ext>
            </a:extLst>
          </p:cNvPr>
          <p:cNvSpPr txBox="1"/>
          <p:nvPr/>
        </p:nvSpPr>
        <p:spPr>
          <a:xfrm>
            <a:off x="323850" y="3338465"/>
            <a:ext cx="4609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8 Attribute für die Erfassung erforderlich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Texteingabe ist fehleranfällig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Redundanzen</a:t>
            </a:r>
          </a:p>
        </p:txBody>
      </p:sp>
    </p:spTree>
    <p:extLst>
      <p:ext uri="{BB962C8B-B14F-4D97-AF65-F5344CB8AC3E}">
        <p14:creationId xmlns:p14="http://schemas.microsoft.com/office/powerpoint/2010/main" val="276234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2293A8-C8D3-4FCF-9CFC-E59171C0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Normalform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7289D5B-32F8-4BF2-A349-8B075A13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Alle Attribute einer Relation enthalten atomare Werte (elementare Information)</a:t>
            </a:r>
          </a:p>
          <a:p>
            <a:r>
              <a:rPr lang="de-DE" dirty="0"/>
              <a:t>Jeder Tupel kann durch ein eindeutiges Schlüsselattribut identifiziert werden</a:t>
            </a:r>
          </a:p>
        </p:txBody>
      </p:sp>
      <p:graphicFrame>
        <p:nvGraphicFramePr>
          <p:cNvPr id="6" name="Inhaltsplatzhalter 44">
            <a:extLst>
              <a:ext uri="{FF2B5EF4-FFF2-40B4-BE49-F238E27FC236}">
                <a16:creationId xmlns:a16="http://schemas.microsoft.com/office/drawing/2014/main" id="{0BFFEEE4-FFC6-4D91-8E0F-9FD170E5B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427723"/>
              </p:ext>
            </p:extLst>
          </p:nvPr>
        </p:nvGraphicFramePr>
        <p:xfrm>
          <a:off x="323850" y="2139702"/>
          <a:ext cx="5688931" cy="241267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14734">
                  <a:extLst>
                    <a:ext uri="{9D8B030D-6E8A-4147-A177-3AD203B41FA5}">
                      <a16:colId xmlns:a16="http://schemas.microsoft.com/office/drawing/2014/main" val="4228672530"/>
                    </a:ext>
                  </a:extLst>
                </a:gridCol>
                <a:gridCol w="897733">
                  <a:extLst>
                    <a:ext uri="{9D8B030D-6E8A-4147-A177-3AD203B41FA5}">
                      <a16:colId xmlns:a16="http://schemas.microsoft.com/office/drawing/2014/main" val="312572908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7032241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22041662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26841648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86582851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552372834"/>
                    </a:ext>
                  </a:extLst>
                </a:gridCol>
              </a:tblGrid>
              <a:tr h="253757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Personal_Id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Employee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Department_Id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Project_Id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Hours</a:t>
                      </a:r>
                      <a:endParaRPr lang="de-DE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2744924647"/>
                  </a:ext>
                </a:extLst>
              </a:tr>
              <a:tr h="458417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Keri Moody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1, 2, 3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Update,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1.329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1.334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1.387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52363"/>
                  </a:ext>
                </a:extLst>
              </a:tr>
              <a:tr h="458417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Laura Morales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3, 4, 5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Campaign,</a:t>
                      </a:r>
                      <a:b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 Survey,</a:t>
                      </a:r>
                      <a:b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Aquisition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1.325</a:t>
                      </a:r>
                      <a:b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1.361</a:t>
                      </a:r>
                      <a:b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1.325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011013530"/>
                  </a:ext>
                </a:extLst>
              </a:tr>
              <a:tr h="458417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Lena Lucas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1, 2, 3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1.357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1.350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1.314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577609"/>
                  </a:ext>
                </a:extLst>
              </a:tr>
              <a:tr h="156734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Ryan Morton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1.361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760874763"/>
                  </a:ext>
                </a:extLst>
              </a:tr>
              <a:tr h="156734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Marianne Beasley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182027"/>
                  </a:ext>
                </a:extLst>
              </a:tr>
              <a:tr h="156734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Pamela Ellison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1.330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085432485"/>
                  </a:ext>
                </a:extLst>
              </a:tr>
              <a:tr h="156734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Sammy Vaughan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1.373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809150"/>
                  </a:ext>
                </a:extLst>
              </a:tr>
              <a:tr h="156734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Pedro Elliott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1.311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3664062997"/>
                  </a:ext>
                </a:extLst>
              </a:tr>
            </a:tbl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8DBB47DF-D339-4D5A-85D3-706C8F4DAC47}"/>
              </a:ext>
            </a:extLst>
          </p:cNvPr>
          <p:cNvSpPr/>
          <p:nvPr/>
        </p:nvSpPr>
        <p:spPr>
          <a:xfrm>
            <a:off x="323850" y="2139702"/>
            <a:ext cx="575742" cy="24482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Sprechblase: oval 7">
            <a:extLst>
              <a:ext uri="{FF2B5EF4-FFF2-40B4-BE49-F238E27FC236}">
                <a16:creationId xmlns:a16="http://schemas.microsoft.com/office/drawing/2014/main" id="{9EC117B4-C98B-4DE0-81D5-D7EF28D354A1}"/>
              </a:ext>
            </a:extLst>
          </p:cNvPr>
          <p:cNvSpPr/>
          <p:nvPr/>
        </p:nvSpPr>
        <p:spPr>
          <a:xfrm>
            <a:off x="6372200" y="2139702"/>
            <a:ext cx="2376264" cy="612648"/>
          </a:xfrm>
          <a:prstGeom prst="wedgeEllipseCallout">
            <a:avLst>
              <a:gd name="adj1" fmla="val -276756"/>
              <a:gd name="adj2" fmla="val -310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Primarschlüssel</a:t>
            </a:r>
          </a:p>
        </p:txBody>
      </p:sp>
      <p:sp>
        <p:nvSpPr>
          <p:cNvPr id="9" name="Sprechblase: oval 8">
            <a:extLst>
              <a:ext uri="{FF2B5EF4-FFF2-40B4-BE49-F238E27FC236}">
                <a16:creationId xmlns:a16="http://schemas.microsoft.com/office/drawing/2014/main" id="{DDF2A823-D11C-46A7-B36C-FF1D23816DE2}"/>
              </a:ext>
            </a:extLst>
          </p:cNvPr>
          <p:cNvSpPr/>
          <p:nvPr/>
        </p:nvSpPr>
        <p:spPr>
          <a:xfrm>
            <a:off x="6372200" y="2963466"/>
            <a:ext cx="2376264" cy="612648"/>
          </a:xfrm>
          <a:prstGeom prst="wedgeEllipseCallout">
            <a:avLst>
              <a:gd name="adj1" fmla="val -46241"/>
              <a:gd name="adj2" fmla="val 25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Keine atomaren Werte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0331851-4F34-4FEE-B2B2-133CDD620911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1500928" y="2468204"/>
            <a:ext cx="5219268" cy="5849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5ABC510-764B-49C2-88E9-149E13C016E9}"/>
              </a:ext>
            </a:extLst>
          </p:cNvPr>
          <p:cNvCxnSpPr>
            <a:cxnSpLocks/>
            <a:stCxn id="9" idx="8"/>
          </p:cNvCxnSpPr>
          <p:nvPr/>
        </p:nvCxnSpPr>
        <p:spPr>
          <a:xfrm flipH="1" flipV="1">
            <a:off x="3995936" y="3075807"/>
            <a:ext cx="2378016" cy="2106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B7BFDC0-F1B5-4E9A-AFD3-FFB76D5F5DC2}"/>
              </a:ext>
            </a:extLst>
          </p:cNvPr>
          <p:cNvCxnSpPr>
            <a:stCxn id="9" idx="3"/>
          </p:cNvCxnSpPr>
          <p:nvPr/>
        </p:nvCxnSpPr>
        <p:spPr>
          <a:xfrm flipH="1">
            <a:off x="5220072" y="3486394"/>
            <a:ext cx="1500124" cy="1241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21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8E456-20F3-42A4-9916-C4521AB1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Normalform</a:t>
            </a:r>
          </a:p>
        </p:txBody>
      </p:sp>
      <p:graphicFrame>
        <p:nvGraphicFramePr>
          <p:cNvPr id="23" name="Inhaltsplatzhalter 22">
            <a:extLst>
              <a:ext uri="{FF2B5EF4-FFF2-40B4-BE49-F238E27FC236}">
                <a16:creationId xmlns:a16="http://schemas.microsoft.com/office/drawing/2014/main" id="{B165E7EA-F108-41BA-9CF7-06854B68EE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989646"/>
              </p:ext>
            </p:extLst>
          </p:nvPr>
        </p:nvGraphicFramePr>
        <p:xfrm>
          <a:off x="323850" y="1287202"/>
          <a:ext cx="5544293" cy="207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9974">
                  <a:extLst>
                    <a:ext uri="{9D8B030D-6E8A-4147-A177-3AD203B41FA5}">
                      <a16:colId xmlns:a16="http://schemas.microsoft.com/office/drawing/2014/main" val="1695783032"/>
                    </a:ext>
                  </a:extLst>
                </a:gridCol>
                <a:gridCol w="751329">
                  <a:extLst>
                    <a:ext uri="{9D8B030D-6E8A-4147-A177-3AD203B41FA5}">
                      <a16:colId xmlns:a16="http://schemas.microsoft.com/office/drawing/2014/main" val="3876585191"/>
                    </a:ext>
                  </a:extLst>
                </a:gridCol>
                <a:gridCol w="751329">
                  <a:extLst>
                    <a:ext uri="{9D8B030D-6E8A-4147-A177-3AD203B41FA5}">
                      <a16:colId xmlns:a16="http://schemas.microsoft.com/office/drawing/2014/main" val="4072385164"/>
                    </a:ext>
                  </a:extLst>
                </a:gridCol>
                <a:gridCol w="708150">
                  <a:extLst>
                    <a:ext uri="{9D8B030D-6E8A-4147-A177-3AD203B41FA5}">
                      <a16:colId xmlns:a16="http://schemas.microsoft.com/office/drawing/2014/main" val="3989690121"/>
                    </a:ext>
                  </a:extLst>
                </a:gridCol>
                <a:gridCol w="587246">
                  <a:extLst>
                    <a:ext uri="{9D8B030D-6E8A-4147-A177-3AD203B41FA5}">
                      <a16:colId xmlns:a16="http://schemas.microsoft.com/office/drawing/2014/main" val="4012469602"/>
                    </a:ext>
                  </a:extLst>
                </a:gridCol>
                <a:gridCol w="518158">
                  <a:extLst>
                    <a:ext uri="{9D8B030D-6E8A-4147-A177-3AD203B41FA5}">
                      <a16:colId xmlns:a16="http://schemas.microsoft.com/office/drawing/2014/main" val="231658195"/>
                    </a:ext>
                  </a:extLst>
                </a:gridCol>
                <a:gridCol w="1036317">
                  <a:extLst>
                    <a:ext uri="{9D8B030D-6E8A-4147-A177-3AD203B41FA5}">
                      <a16:colId xmlns:a16="http://schemas.microsoft.com/office/drawing/2014/main" val="1442091290"/>
                    </a:ext>
                  </a:extLst>
                </a:gridCol>
                <a:gridCol w="621790">
                  <a:extLst>
                    <a:ext uri="{9D8B030D-6E8A-4147-A177-3AD203B41FA5}">
                      <a16:colId xmlns:a16="http://schemas.microsoft.com/office/drawing/2014/main" val="1460994017"/>
                    </a:ext>
                  </a:extLst>
                </a:gridCol>
              </a:tblGrid>
              <a:tr h="204428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Personal_Id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FirstName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LastName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Department_Id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Department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Project_Id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ProjectHours</a:t>
                      </a:r>
                      <a:endParaRPr lang="de-DE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extLst>
                  <a:ext uri="{0D108BD9-81ED-4DB2-BD59-A6C34878D82A}">
                    <a16:rowId xmlns:a16="http://schemas.microsoft.com/office/drawing/2014/main" val="1467375905"/>
                  </a:ext>
                </a:extLst>
              </a:tr>
              <a:tr h="400926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Keri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Moody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1, 2, 3, 4, 5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Update,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1.329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1.334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1.387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35"/>
                  </a:ext>
                </a:extLst>
              </a:tr>
              <a:tr h="400926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Laura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Morales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1, 2, 3, 4, 5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Campaign,</a:t>
                      </a:r>
                      <a:b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 Survey,</a:t>
                      </a:r>
                      <a:b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Aquisition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1.325</a:t>
                      </a:r>
                      <a:b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1.361</a:t>
                      </a:r>
                      <a:b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1.325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extLst>
                  <a:ext uri="{0D108BD9-81ED-4DB2-BD59-A6C34878D82A}">
                    <a16:rowId xmlns:a16="http://schemas.microsoft.com/office/drawing/2014/main" val="1651380406"/>
                  </a:ext>
                </a:extLst>
              </a:tr>
              <a:tr h="400926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Lena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Lucas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</a:t>
                      </a:r>
                      <a:b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1.357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1.350</a:t>
                      </a:r>
                      <a:b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1.314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439908"/>
                  </a:ext>
                </a:extLst>
              </a:tr>
              <a:tr h="133642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Ryan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Morton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1.361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extLst>
                  <a:ext uri="{0D108BD9-81ED-4DB2-BD59-A6C34878D82A}">
                    <a16:rowId xmlns:a16="http://schemas.microsoft.com/office/drawing/2014/main" val="3294299545"/>
                  </a:ext>
                </a:extLst>
              </a:tr>
              <a:tr h="133642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Marianne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Beasley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Promotion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1.321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373775"/>
                  </a:ext>
                </a:extLst>
              </a:tr>
              <a:tr h="133642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Pamela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Ellison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1.330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extLst>
                  <a:ext uri="{0D108BD9-81ED-4DB2-BD59-A6C34878D82A}">
                    <a16:rowId xmlns:a16="http://schemas.microsoft.com/office/drawing/2014/main" val="1335539056"/>
                  </a:ext>
                </a:extLst>
              </a:tr>
              <a:tr h="133642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Sammy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Vaughan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Campaign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1.373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36412"/>
                  </a:ext>
                </a:extLst>
              </a:tr>
              <a:tr h="133642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Pedro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Elliot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Management</a:t>
                      </a:r>
                      <a:endParaRPr lang="de-DE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2019 Update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8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1.311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685" marR="2685" marT="2685" marB="0"/>
                </a:tc>
                <a:extLst>
                  <a:ext uri="{0D108BD9-81ED-4DB2-BD59-A6C34878D82A}">
                    <a16:rowId xmlns:a16="http://schemas.microsoft.com/office/drawing/2014/main" val="2888224022"/>
                  </a:ext>
                </a:extLst>
              </a:tr>
            </a:tbl>
          </a:graphicData>
        </a:graphic>
      </p:graphicFrame>
      <p:sp>
        <p:nvSpPr>
          <p:cNvPr id="24" name="Rechteck 23">
            <a:extLst>
              <a:ext uri="{FF2B5EF4-FFF2-40B4-BE49-F238E27FC236}">
                <a16:creationId xmlns:a16="http://schemas.microsoft.com/office/drawing/2014/main" id="{17E4E3D8-54D1-41DF-A0F5-E5EA15A198A5}"/>
              </a:ext>
            </a:extLst>
          </p:cNvPr>
          <p:cNvSpPr/>
          <p:nvPr/>
        </p:nvSpPr>
        <p:spPr>
          <a:xfrm>
            <a:off x="827584" y="1276350"/>
            <a:ext cx="1584176" cy="208626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Sprechblase: oval 24">
            <a:extLst>
              <a:ext uri="{FF2B5EF4-FFF2-40B4-BE49-F238E27FC236}">
                <a16:creationId xmlns:a16="http://schemas.microsoft.com/office/drawing/2014/main" id="{CBEC04E2-97B1-4859-B98A-F17CA120229B}"/>
              </a:ext>
            </a:extLst>
          </p:cNvPr>
          <p:cNvSpPr/>
          <p:nvPr/>
        </p:nvSpPr>
        <p:spPr>
          <a:xfrm>
            <a:off x="1763688" y="3867150"/>
            <a:ext cx="2592288" cy="504056"/>
          </a:xfrm>
          <a:prstGeom prst="wedgeEllipseCallout">
            <a:avLst>
              <a:gd name="adj1" fmla="val -57457"/>
              <a:gd name="adj2" fmla="val -14321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Atomare Daten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B82C83A-43A5-4A0F-B5ED-FA6AF46745C9}"/>
              </a:ext>
            </a:extLst>
          </p:cNvPr>
          <p:cNvSpPr/>
          <p:nvPr/>
        </p:nvSpPr>
        <p:spPr>
          <a:xfrm>
            <a:off x="3635896" y="1276350"/>
            <a:ext cx="2232247" cy="20862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Sprechblase: oval 26">
            <a:extLst>
              <a:ext uri="{FF2B5EF4-FFF2-40B4-BE49-F238E27FC236}">
                <a16:creationId xmlns:a16="http://schemas.microsoft.com/office/drawing/2014/main" id="{7F9C77D9-C8F0-4A92-BDF8-C5800045B03D}"/>
              </a:ext>
            </a:extLst>
          </p:cNvPr>
          <p:cNvSpPr/>
          <p:nvPr/>
        </p:nvSpPr>
        <p:spPr>
          <a:xfrm>
            <a:off x="5724128" y="3723134"/>
            <a:ext cx="3096022" cy="648072"/>
          </a:xfrm>
          <a:prstGeom prst="wedgeEllipseCallout">
            <a:avLst>
              <a:gd name="adj1" fmla="val -90705"/>
              <a:gd name="adj2" fmla="val -10222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Keine elementaren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88197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49810-2F15-47E9-9A17-9F166DF3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Normalform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21B26A0F-3904-4210-BDF7-90AADD3BB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30" y="1275607"/>
            <a:ext cx="6700742" cy="2016223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64B93786-0CA7-432F-AC4A-4C14C006442E}"/>
              </a:ext>
            </a:extLst>
          </p:cNvPr>
          <p:cNvSpPr/>
          <p:nvPr/>
        </p:nvSpPr>
        <p:spPr>
          <a:xfrm>
            <a:off x="323850" y="1276350"/>
            <a:ext cx="791766" cy="2015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A91188F-2219-48AF-873E-99CACB74480F}"/>
              </a:ext>
            </a:extLst>
          </p:cNvPr>
          <p:cNvSpPr/>
          <p:nvPr/>
        </p:nvSpPr>
        <p:spPr>
          <a:xfrm>
            <a:off x="323528" y="1275606"/>
            <a:ext cx="791766" cy="20154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1E019A0-6736-43E5-8D61-42BA53BB9B2C}"/>
              </a:ext>
            </a:extLst>
          </p:cNvPr>
          <p:cNvSpPr/>
          <p:nvPr/>
        </p:nvSpPr>
        <p:spPr>
          <a:xfrm>
            <a:off x="4176117" y="1281957"/>
            <a:ext cx="755923" cy="20154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73D41CF-1BF5-4185-A9B7-8E897078084B}"/>
              </a:ext>
            </a:extLst>
          </p:cNvPr>
          <p:cNvSpPr txBox="1"/>
          <p:nvPr/>
        </p:nvSpPr>
        <p:spPr>
          <a:xfrm>
            <a:off x="323850" y="3579862"/>
            <a:ext cx="640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[</a:t>
            </a:r>
            <a:r>
              <a:rPr lang="de-DE" b="1" dirty="0" err="1"/>
              <a:t>Personal_Id</a:t>
            </a:r>
            <a:r>
              <a:rPr lang="de-DE" b="1" dirty="0"/>
              <a:t>] </a:t>
            </a:r>
            <a:r>
              <a:rPr lang="de-DE" dirty="0"/>
              <a:t>+ </a:t>
            </a:r>
            <a:r>
              <a:rPr lang="de-DE" b="1" dirty="0"/>
              <a:t>[</a:t>
            </a:r>
            <a:r>
              <a:rPr lang="de-DE" b="1" dirty="0" err="1"/>
              <a:t>Project_Id</a:t>
            </a:r>
            <a:r>
              <a:rPr lang="de-DE" b="1" dirty="0"/>
              <a:t>] </a:t>
            </a:r>
            <a:r>
              <a:rPr lang="de-DE" dirty="0"/>
              <a:t>= kombinierter </a:t>
            </a:r>
            <a:r>
              <a:rPr lang="de-DE" b="1" dirty="0"/>
              <a:t>Primärschlüssel</a:t>
            </a:r>
          </a:p>
        </p:txBody>
      </p:sp>
    </p:spTree>
    <p:extLst>
      <p:ext uri="{BB962C8B-B14F-4D97-AF65-F5344CB8AC3E}">
        <p14:creationId xmlns:p14="http://schemas.microsoft.com/office/powerpoint/2010/main" val="200212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Normalform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zweite Normalform (2NF) ist ein wichtiger Schritt zu einer normalisierten relationalen Datenbank.</a:t>
            </a:r>
          </a:p>
          <a:p>
            <a:r>
              <a:rPr lang="de-DE" dirty="0"/>
              <a:t>Eine Relation befindet sich dann in der zweiten Normalform (2NF),</a:t>
            </a:r>
          </a:p>
          <a:p>
            <a:pPr lvl="1"/>
            <a:r>
              <a:rPr lang="de-DE" dirty="0"/>
              <a:t>wenn sie sich in der ersten Normalform (1NF) befindet und</a:t>
            </a:r>
          </a:p>
          <a:p>
            <a:pPr lvl="1"/>
            <a:r>
              <a:rPr lang="de-DE" dirty="0"/>
              <a:t>jedes </a:t>
            </a:r>
            <a:r>
              <a:rPr lang="de-DE" b="1" dirty="0"/>
              <a:t>Nichtschlüsselattribut</a:t>
            </a:r>
            <a:r>
              <a:rPr lang="de-DE" dirty="0"/>
              <a:t> von jedem Schlüsselkandidaten (Primärschlüssel) voll funktional abhängig ist.</a:t>
            </a:r>
          </a:p>
          <a:p>
            <a:r>
              <a:rPr lang="de-DE" dirty="0"/>
              <a:t>Die zweite Normalform (2NF) prüft, ob eine </a:t>
            </a:r>
            <a:r>
              <a:rPr lang="de-DE" b="1" dirty="0"/>
              <a:t>vollständige funktionale </a:t>
            </a:r>
            <a:r>
              <a:rPr lang="de-DE" dirty="0"/>
              <a:t>oder nur eine </a:t>
            </a:r>
            <a:r>
              <a:rPr lang="de-DE" b="1" dirty="0"/>
              <a:t>funktionale</a:t>
            </a:r>
            <a:r>
              <a:rPr lang="de-DE" dirty="0"/>
              <a:t> Abhängigkeit von Werten zu einer bestimmten Teilmenge existiert.</a:t>
            </a:r>
          </a:p>
        </p:txBody>
      </p:sp>
    </p:spTree>
    <p:extLst>
      <p:ext uri="{BB962C8B-B14F-4D97-AF65-F5344CB8AC3E}">
        <p14:creationId xmlns:p14="http://schemas.microsoft.com/office/powerpoint/2010/main" val="1708439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28AFB-A136-4EED-B77F-524173F21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Normalform</a:t>
            </a:r>
          </a:p>
        </p:txBody>
      </p:sp>
      <p:sp>
        <p:nvSpPr>
          <p:cNvPr id="38" name="Inhaltsplatzhalter 37">
            <a:extLst>
              <a:ext uri="{FF2B5EF4-FFF2-40B4-BE49-F238E27FC236}">
                <a16:creationId xmlns:a16="http://schemas.microsoft.com/office/drawing/2014/main" id="{22C59E4C-7A17-43FF-B093-6C7EB5106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23" y="3435846"/>
            <a:ext cx="8641556" cy="1242120"/>
          </a:xfrm>
        </p:spPr>
        <p:txBody>
          <a:bodyPr/>
          <a:lstStyle/>
          <a:p>
            <a:r>
              <a:rPr lang="de-DE" dirty="0"/>
              <a:t>Ist der Vorname, Nachname vom vollständigen Primärschlüssel abhängig?</a:t>
            </a:r>
          </a:p>
          <a:p>
            <a:r>
              <a:rPr lang="de-DE" dirty="0"/>
              <a:t>Ist die Projektbeschreibung vom vollständigen Primärschlüssel abhängig?</a:t>
            </a:r>
          </a:p>
          <a:p>
            <a:r>
              <a:rPr lang="de-DE" dirty="0"/>
              <a:t>Welche(s) Attribut(e) ist/sind vom vollständigen Primärschlüssel abhängig? </a:t>
            </a:r>
          </a:p>
        </p:txBody>
      </p:sp>
      <p:pic>
        <p:nvPicPr>
          <p:cNvPr id="35" name="Inhaltsplatzhalter 3">
            <a:extLst>
              <a:ext uri="{FF2B5EF4-FFF2-40B4-BE49-F238E27FC236}">
                <a16:creationId xmlns:a16="http://schemas.microsoft.com/office/drawing/2014/main" id="{D274588D-460C-42C4-AD8E-1D6AF579E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30" y="1275607"/>
            <a:ext cx="6700742" cy="20162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Rechteck 35">
            <a:extLst>
              <a:ext uri="{FF2B5EF4-FFF2-40B4-BE49-F238E27FC236}">
                <a16:creationId xmlns:a16="http://schemas.microsoft.com/office/drawing/2014/main" id="{7DDE5B1A-3B73-4E4F-A070-0EE2DC41A7C2}"/>
              </a:ext>
            </a:extLst>
          </p:cNvPr>
          <p:cNvSpPr/>
          <p:nvPr/>
        </p:nvSpPr>
        <p:spPr>
          <a:xfrm>
            <a:off x="323850" y="1276350"/>
            <a:ext cx="791766" cy="2152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/>
              <a:t>Personal_Id</a:t>
            </a:r>
            <a:endParaRPr lang="de-DE" sz="800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547E985-1A60-4EF5-89FB-42314C4ABD98}"/>
              </a:ext>
            </a:extLst>
          </p:cNvPr>
          <p:cNvSpPr/>
          <p:nvPr/>
        </p:nvSpPr>
        <p:spPr>
          <a:xfrm>
            <a:off x="4211960" y="1276350"/>
            <a:ext cx="720080" cy="2152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/>
              <a:t>Project_Id</a:t>
            </a:r>
            <a:endParaRPr lang="de-DE" sz="800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492B5B8-213E-4D93-8C42-917DC8AD08DE}"/>
              </a:ext>
            </a:extLst>
          </p:cNvPr>
          <p:cNvSpPr/>
          <p:nvPr/>
        </p:nvSpPr>
        <p:spPr>
          <a:xfrm>
            <a:off x="319530" y="1268515"/>
            <a:ext cx="3892430" cy="201622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5278419-A7BC-4878-8A90-DCA0D5B92334}"/>
              </a:ext>
            </a:extLst>
          </p:cNvPr>
          <p:cNvSpPr/>
          <p:nvPr/>
        </p:nvSpPr>
        <p:spPr>
          <a:xfrm>
            <a:off x="4211960" y="1268515"/>
            <a:ext cx="1944216" cy="201622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380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48D6E28-E0E4-41C0-A1E6-A35E291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Normalform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776C9199-B8CE-498D-9B03-CED27B89D087}"/>
              </a:ext>
            </a:extLst>
          </p:cNvPr>
          <p:cNvGrpSpPr/>
          <p:nvPr/>
        </p:nvGrpSpPr>
        <p:grpSpPr>
          <a:xfrm>
            <a:off x="246855" y="1276350"/>
            <a:ext cx="3605065" cy="1788423"/>
            <a:chOff x="246855" y="1276350"/>
            <a:chExt cx="3605065" cy="17884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17114A08-8DF6-4789-AFE1-29B0FF3C474A}"/>
                </a:ext>
              </a:extLst>
            </p:cNvPr>
            <p:cNvGrpSpPr/>
            <p:nvPr/>
          </p:nvGrpSpPr>
          <p:grpSpPr>
            <a:xfrm>
              <a:off x="246855" y="1276350"/>
              <a:ext cx="3605065" cy="1465915"/>
              <a:chOff x="246855" y="1276350"/>
              <a:chExt cx="3605065" cy="146591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DAC42E1E-C662-4C0B-BA4C-4D8747FF7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6855" y="1276350"/>
                <a:ext cx="3605065" cy="1465915"/>
              </a:xfrm>
              <a:prstGeom prst="rect">
                <a:avLst/>
              </a:prstGeom>
            </p:spPr>
          </p:pic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99F5C98B-75B2-4FFA-9B49-581F61ABC968}"/>
                  </a:ext>
                </a:extLst>
              </p:cNvPr>
              <p:cNvSpPr/>
              <p:nvPr/>
            </p:nvSpPr>
            <p:spPr>
              <a:xfrm>
                <a:off x="251223" y="1276350"/>
                <a:ext cx="720377" cy="143941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A2E99D6-4510-4750-84C0-00CBE66EF31F}"/>
                </a:ext>
              </a:extLst>
            </p:cNvPr>
            <p:cNvSpPr txBox="1"/>
            <p:nvPr/>
          </p:nvSpPr>
          <p:spPr>
            <a:xfrm>
              <a:off x="246855" y="2787774"/>
              <a:ext cx="3605065" cy="27699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>
                  <a:latin typeface="Lucida Console" panose="020B0609040504020204" pitchFamily="49" charset="0"/>
                </a:rPr>
                <a:t>[</a:t>
              </a:r>
              <a:r>
                <a:rPr lang="de-DE" sz="1200" b="1" dirty="0" err="1">
                  <a:latin typeface="Lucida Console" panose="020B0609040504020204" pitchFamily="49" charset="0"/>
                </a:rPr>
                <a:t>dbo</a:t>
              </a:r>
              <a:r>
                <a:rPr lang="de-DE" sz="1200" b="1" dirty="0">
                  <a:latin typeface="Lucida Console" panose="020B0609040504020204" pitchFamily="49" charset="0"/>
                </a:rPr>
                <a:t>].[</a:t>
              </a:r>
              <a:r>
                <a:rPr lang="de-DE" sz="1200" b="1" dirty="0" err="1">
                  <a:latin typeface="Lucida Console" panose="020B0609040504020204" pitchFamily="49" charset="0"/>
                </a:rPr>
                <a:t>Employees</a:t>
              </a:r>
              <a:r>
                <a:rPr lang="de-DE" sz="1200" b="1" dirty="0">
                  <a:latin typeface="Lucida Console" panose="020B0609040504020204" pitchFamily="49" charset="0"/>
                </a:rPr>
                <a:t>]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72936F51-3E84-4283-9EBD-40957130CB0B}"/>
              </a:ext>
            </a:extLst>
          </p:cNvPr>
          <p:cNvGrpSpPr/>
          <p:nvPr/>
        </p:nvGrpSpPr>
        <p:grpSpPr>
          <a:xfrm>
            <a:off x="5580112" y="1276350"/>
            <a:ext cx="2160240" cy="1788423"/>
            <a:chOff x="5580112" y="1276350"/>
            <a:chExt cx="2160240" cy="17884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317F08CF-010A-48F4-8808-CA3C8312DBD1}"/>
                </a:ext>
              </a:extLst>
            </p:cNvPr>
            <p:cNvGrpSpPr/>
            <p:nvPr/>
          </p:nvGrpSpPr>
          <p:grpSpPr>
            <a:xfrm>
              <a:off x="5580112" y="1276350"/>
              <a:ext cx="1562472" cy="935360"/>
              <a:chOff x="5580112" y="1276350"/>
              <a:chExt cx="1562472" cy="935360"/>
            </a:xfrm>
          </p:grpSpPr>
          <p:pic>
            <p:nvPicPr>
              <p:cNvPr id="8" name="Grafik 7">
                <a:extLst>
                  <a:ext uri="{FF2B5EF4-FFF2-40B4-BE49-F238E27FC236}">
                    <a16:creationId xmlns:a16="http://schemas.microsoft.com/office/drawing/2014/main" id="{ECE7C175-0F6A-4367-B5AB-6483813EB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0112" y="1279339"/>
                <a:ext cx="1562472" cy="931295"/>
              </a:xfrm>
              <a:prstGeom prst="rect">
                <a:avLst/>
              </a:prstGeom>
            </p:spPr>
          </p:pic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4658DB60-D687-4116-A022-7B2AA93D013A}"/>
                  </a:ext>
                </a:extLst>
              </p:cNvPr>
              <p:cNvSpPr/>
              <p:nvPr/>
            </p:nvSpPr>
            <p:spPr>
              <a:xfrm>
                <a:off x="5580112" y="1276350"/>
                <a:ext cx="504056" cy="93536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2CF47BB9-C2CB-499F-BA60-236CA198DA52}"/>
                </a:ext>
              </a:extLst>
            </p:cNvPr>
            <p:cNvSpPr txBox="1"/>
            <p:nvPr/>
          </p:nvSpPr>
          <p:spPr>
            <a:xfrm>
              <a:off x="5580112" y="2787774"/>
              <a:ext cx="2160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>
                  <a:latin typeface="Lucida Console" panose="020B0609040504020204" pitchFamily="49" charset="0"/>
                </a:rPr>
                <a:t>[</a:t>
              </a:r>
              <a:r>
                <a:rPr lang="de-DE" sz="1200" b="1" dirty="0" err="1">
                  <a:latin typeface="Lucida Console" panose="020B0609040504020204" pitchFamily="49" charset="0"/>
                </a:rPr>
                <a:t>dbo</a:t>
              </a:r>
              <a:r>
                <a:rPr lang="de-DE" sz="1200" b="1" dirty="0">
                  <a:latin typeface="Lucida Console" panose="020B0609040504020204" pitchFamily="49" charset="0"/>
                </a:rPr>
                <a:t>].[Projects]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0EEFFBCA-EAA8-4649-AB32-C66EE1F3AEFF}"/>
              </a:ext>
            </a:extLst>
          </p:cNvPr>
          <p:cNvGrpSpPr/>
          <p:nvPr/>
        </p:nvGrpSpPr>
        <p:grpSpPr>
          <a:xfrm>
            <a:off x="3275856" y="3064773"/>
            <a:ext cx="5040560" cy="1465915"/>
            <a:chOff x="3275856" y="3064773"/>
            <a:chExt cx="5040560" cy="1465915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971F5B8C-5748-4365-9829-0F8184D3E436}"/>
                </a:ext>
              </a:extLst>
            </p:cNvPr>
            <p:cNvGrpSpPr/>
            <p:nvPr/>
          </p:nvGrpSpPr>
          <p:grpSpPr>
            <a:xfrm>
              <a:off x="3275856" y="3064773"/>
              <a:ext cx="2089850" cy="1465915"/>
              <a:chOff x="3275856" y="3064773"/>
              <a:chExt cx="2089850" cy="1465915"/>
            </a:xfrm>
          </p:grpSpPr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DAE233E5-68DC-4409-880E-13C90E16F9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24601"/>
              <a:stretch/>
            </p:blipFill>
            <p:spPr>
              <a:xfrm>
                <a:off x="3275856" y="3064773"/>
                <a:ext cx="2089850" cy="146591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27D970C8-F76A-499E-9D9D-376B9EC5E3C4}"/>
                  </a:ext>
                </a:extLst>
              </p:cNvPr>
              <p:cNvSpPr/>
              <p:nvPr/>
            </p:nvSpPr>
            <p:spPr>
              <a:xfrm>
                <a:off x="3275856" y="3064773"/>
                <a:ext cx="1296144" cy="1465915"/>
              </a:xfrm>
              <a:prstGeom prst="rect">
                <a:avLst/>
              </a:prstGeom>
              <a:noFill/>
              <a:ln w="28575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D3E9F0A8-909E-41C9-9EDD-11A9FD5F6D98}"/>
                </a:ext>
              </a:extLst>
            </p:cNvPr>
            <p:cNvSpPr txBox="1"/>
            <p:nvPr/>
          </p:nvSpPr>
          <p:spPr>
            <a:xfrm>
              <a:off x="5281228" y="4245062"/>
              <a:ext cx="3035188" cy="27699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>
                  <a:latin typeface="Lucida Console" panose="020B0609040504020204" pitchFamily="49" charset="0"/>
                </a:rPr>
                <a:t>[dbo].[</a:t>
              </a:r>
              <a:r>
                <a:rPr lang="de-DE" sz="1200" b="1" dirty="0" err="1">
                  <a:latin typeface="Lucida Console" panose="020B0609040504020204" pitchFamily="49" charset="0"/>
                </a:rPr>
                <a:t>ProjectConsumption</a:t>
              </a:r>
              <a:r>
                <a:rPr lang="de-DE" sz="1200" b="1" dirty="0">
                  <a:latin typeface="Lucida Console" panose="020B0609040504020204" pitchFamily="49" charset="0"/>
                </a:rPr>
                <a:t>]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67519A7D-A9B1-4AD7-A5F2-39CCACFAF658}"/>
              </a:ext>
            </a:extLst>
          </p:cNvPr>
          <p:cNvGrpSpPr/>
          <p:nvPr/>
        </p:nvGrpSpPr>
        <p:grpSpPr>
          <a:xfrm>
            <a:off x="3923928" y="1744029"/>
            <a:ext cx="1656184" cy="1320743"/>
            <a:chOff x="3923928" y="1744029"/>
            <a:chExt cx="1656184" cy="1320743"/>
          </a:xfrm>
        </p:grpSpPr>
        <p:cxnSp>
          <p:nvCxnSpPr>
            <p:cNvPr id="20" name="Verbinder: gewinkelt 19">
              <a:extLst>
                <a:ext uri="{FF2B5EF4-FFF2-40B4-BE49-F238E27FC236}">
                  <a16:creationId xmlns:a16="http://schemas.microsoft.com/office/drawing/2014/main" id="{C4DFA49C-E6B6-48BE-9227-FAC3A6A13061}"/>
                </a:ext>
              </a:extLst>
            </p:cNvPr>
            <p:cNvCxnSpPr>
              <a:stCxn id="10" idx="1"/>
              <a:endCxn id="15" idx="0"/>
            </p:cNvCxnSpPr>
            <p:nvPr/>
          </p:nvCxnSpPr>
          <p:spPr>
            <a:xfrm rot="10800000" flipV="1">
              <a:off x="3923928" y="1744029"/>
              <a:ext cx="1656184" cy="1320743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6AE1F808-98F7-40C0-AD41-8971AB5719DF}"/>
                </a:ext>
              </a:extLst>
            </p:cNvPr>
            <p:cNvSpPr txBox="1"/>
            <p:nvPr/>
          </p:nvSpPr>
          <p:spPr>
            <a:xfrm>
              <a:off x="5220072" y="174598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1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62CAE01B-6BB4-4ED4-92B4-262DA99964EC}"/>
                </a:ext>
              </a:extLst>
            </p:cNvPr>
            <p:cNvSpPr txBox="1"/>
            <p:nvPr/>
          </p:nvSpPr>
          <p:spPr>
            <a:xfrm>
              <a:off x="3923928" y="2778969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n</a:t>
              </a:r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B50D61C5-CCD4-47AD-B2F4-AA3668A373B8}"/>
              </a:ext>
            </a:extLst>
          </p:cNvPr>
          <p:cNvGrpSpPr/>
          <p:nvPr/>
        </p:nvGrpSpPr>
        <p:grpSpPr>
          <a:xfrm>
            <a:off x="207433" y="2715765"/>
            <a:ext cx="3068424" cy="1081965"/>
            <a:chOff x="246855" y="2715765"/>
            <a:chExt cx="3029002" cy="1081965"/>
          </a:xfrm>
        </p:grpSpPr>
        <p:cxnSp>
          <p:nvCxnSpPr>
            <p:cNvPr id="18" name="Verbinder: gewinkelt 17">
              <a:extLst>
                <a:ext uri="{FF2B5EF4-FFF2-40B4-BE49-F238E27FC236}">
                  <a16:creationId xmlns:a16="http://schemas.microsoft.com/office/drawing/2014/main" id="{FE765E5A-1ADD-443F-A945-E009CBFB5D1C}"/>
                </a:ext>
              </a:extLst>
            </p:cNvPr>
            <p:cNvCxnSpPr>
              <a:stCxn id="6" idx="2"/>
              <a:endCxn id="15" idx="1"/>
            </p:cNvCxnSpPr>
            <p:nvPr/>
          </p:nvCxnSpPr>
          <p:spPr>
            <a:xfrm rot="16200000" flipH="1">
              <a:off x="1402652" y="1924526"/>
              <a:ext cx="1081965" cy="2664444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451AFDBF-1D00-41EB-B797-D5C2597C4F02}"/>
                </a:ext>
              </a:extLst>
            </p:cNvPr>
            <p:cNvSpPr txBox="1"/>
            <p:nvPr/>
          </p:nvSpPr>
          <p:spPr>
            <a:xfrm>
              <a:off x="246855" y="2715766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1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0D4BDEC3-1465-42DC-9727-A3EA2F7E8790}"/>
                </a:ext>
              </a:extLst>
            </p:cNvPr>
            <p:cNvSpPr txBox="1"/>
            <p:nvPr/>
          </p:nvSpPr>
          <p:spPr>
            <a:xfrm>
              <a:off x="2915816" y="350785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b="1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347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Normalform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Relationstyp befindet sich in der dritten Normalform (3NF)</a:t>
            </a:r>
          </a:p>
          <a:p>
            <a:pPr lvl="1"/>
            <a:r>
              <a:rPr lang="de-DE" dirty="0"/>
              <a:t>wenn er sich in der zweiten Normalform (2NF) befindet </a:t>
            </a:r>
          </a:p>
          <a:p>
            <a:pPr lvl="1"/>
            <a:r>
              <a:rPr lang="de-DE" dirty="0"/>
              <a:t>kein Nichtschlüsselattribut </a:t>
            </a:r>
            <a:r>
              <a:rPr lang="de-DE" b="1" dirty="0"/>
              <a:t>transitiv</a:t>
            </a:r>
            <a:r>
              <a:rPr lang="de-DE" dirty="0"/>
              <a:t> von einem Kandidatenschlüssel abhängt</a:t>
            </a:r>
            <a:br>
              <a:rPr lang="de-DE" dirty="0"/>
            </a:br>
            <a:r>
              <a:rPr lang="de-DE" dirty="0"/>
              <a:t>(Kein Nichtschlüsselattribut von einem anderen Nichtschlüsselattribut abhängig ist!)</a:t>
            </a:r>
          </a:p>
          <a:p>
            <a:r>
              <a:rPr lang="de-DE" dirty="0"/>
              <a:t>Ziel ist die Verhinderung von </a:t>
            </a:r>
            <a:r>
              <a:rPr lang="de-DE" b="1" dirty="0"/>
              <a:t>Anomalien</a:t>
            </a:r>
            <a:r>
              <a:rPr lang="de-DE" dirty="0"/>
              <a:t> und </a:t>
            </a:r>
            <a:r>
              <a:rPr lang="de-DE" b="1" dirty="0"/>
              <a:t>Redundanzen</a:t>
            </a:r>
            <a:r>
              <a:rPr lang="de-DE" dirty="0"/>
              <a:t> in Datensätzen</a:t>
            </a:r>
          </a:p>
        </p:txBody>
      </p:sp>
    </p:spTree>
    <p:extLst>
      <p:ext uri="{BB962C8B-B14F-4D97-AF65-F5344CB8AC3E}">
        <p14:creationId xmlns:p14="http://schemas.microsoft.com/office/powerpoint/2010/main" val="340672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Normalform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1999" y="1289599"/>
            <a:ext cx="4320779" cy="3388367"/>
          </a:xfrm>
        </p:spPr>
        <p:txBody>
          <a:bodyPr>
            <a:normAutofit/>
          </a:bodyPr>
          <a:lstStyle/>
          <a:p>
            <a:r>
              <a:rPr lang="de-DE" dirty="0"/>
              <a:t>Zusammenhang zwischen [</a:t>
            </a:r>
            <a:r>
              <a:rPr lang="de-DE" dirty="0" err="1"/>
              <a:t>Department_Id</a:t>
            </a:r>
            <a:r>
              <a:rPr lang="de-DE" dirty="0"/>
              <a:t>] und [Department]</a:t>
            </a:r>
          </a:p>
          <a:p>
            <a:r>
              <a:rPr lang="de-DE" dirty="0"/>
              <a:t>[Department] ist redundant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7E723F2-B9AD-498E-B706-F1047402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55" y="1276350"/>
            <a:ext cx="3605065" cy="1465915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06CC1AA-D0AC-43C9-A174-005AE2D27599}"/>
              </a:ext>
            </a:extLst>
          </p:cNvPr>
          <p:cNvSpPr/>
          <p:nvPr/>
        </p:nvSpPr>
        <p:spPr>
          <a:xfrm>
            <a:off x="2195736" y="1289599"/>
            <a:ext cx="1656184" cy="14394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9E347E6-EBDD-42D8-8308-715ED71BB001}"/>
              </a:ext>
            </a:extLst>
          </p:cNvPr>
          <p:cNvSpPr txBox="1"/>
          <p:nvPr/>
        </p:nvSpPr>
        <p:spPr>
          <a:xfrm>
            <a:off x="246855" y="2787774"/>
            <a:ext cx="3605065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Lucida Console" panose="020B0609040504020204" pitchFamily="49" charset="0"/>
              </a:rPr>
              <a:t>[</a:t>
            </a:r>
            <a:r>
              <a:rPr lang="de-DE" sz="1200" b="1" dirty="0" err="1">
                <a:latin typeface="Lucida Console" panose="020B0609040504020204" pitchFamily="49" charset="0"/>
              </a:rPr>
              <a:t>dbo</a:t>
            </a:r>
            <a:r>
              <a:rPr lang="de-DE" sz="1200" b="1" dirty="0">
                <a:latin typeface="Lucida Console" panose="020B0609040504020204" pitchFamily="49" charset="0"/>
              </a:rPr>
              <a:t>].[</a:t>
            </a:r>
            <a:r>
              <a:rPr lang="de-DE" sz="1200" b="1" dirty="0" err="1">
                <a:latin typeface="Lucida Console" panose="020B0609040504020204" pitchFamily="49" charset="0"/>
              </a:rPr>
              <a:t>Employees</a:t>
            </a:r>
            <a:r>
              <a:rPr lang="de-DE" sz="1200" b="1" dirty="0">
                <a:latin typeface="Lucida Console" panose="020B06090405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71636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A003B5-D12A-48C0-AF8B-45F7657851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Normalform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BC4F17BA-5641-46CC-915C-31CA0805C8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4008" y="1248966"/>
            <a:ext cx="1740445" cy="11503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7E723F2-B9AD-498E-B706-F1047402A8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971"/>
          <a:stretch/>
        </p:blipFill>
        <p:spPr>
          <a:xfrm>
            <a:off x="246855" y="1276350"/>
            <a:ext cx="2812977" cy="14659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9E347E6-EBDD-42D8-8308-715ED71BB001}"/>
              </a:ext>
            </a:extLst>
          </p:cNvPr>
          <p:cNvSpPr txBox="1"/>
          <p:nvPr/>
        </p:nvSpPr>
        <p:spPr>
          <a:xfrm>
            <a:off x="246855" y="2787774"/>
            <a:ext cx="3605065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Lucida Console" panose="020B0609040504020204" pitchFamily="49" charset="0"/>
              </a:rPr>
              <a:t>[</a:t>
            </a:r>
            <a:r>
              <a:rPr lang="de-DE" sz="1200" b="1" dirty="0" err="1">
                <a:latin typeface="Lucida Console" panose="020B0609040504020204" pitchFamily="49" charset="0"/>
              </a:rPr>
              <a:t>dbo</a:t>
            </a:r>
            <a:r>
              <a:rPr lang="de-DE" sz="1200" b="1" dirty="0">
                <a:latin typeface="Lucida Console" panose="020B0609040504020204" pitchFamily="49" charset="0"/>
              </a:rPr>
              <a:t>].[</a:t>
            </a:r>
            <a:r>
              <a:rPr lang="de-DE" sz="1200" b="1" dirty="0" err="1">
                <a:latin typeface="Lucida Console" panose="020B0609040504020204" pitchFamily="49" charset="0"/>
              </a:rPr>
              <a:t>Employees</a:t>
            </a:r>
            <a:r>
              <a:rPr lang="de-DE" sz="1200" b="1" dirty="0"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C1E604A-0D38-491A-93A2-5F0C44AED024}"/>
              </a:ext>
            </a:extLst>
          </p:cNvPr>
          <p:cNvSpPr txBox="1"/>
          <p:nvPr/>
        </p:nvSpPr>
        <p:spPr>
          <a:xfrm>
            <a:off x="3707904" y="2742265"/>
            <a:ext cx="3605065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Lucida Console" panose="020B0609040504020204" pitchFamily="49" charset="0"/>
              </a:rPr>
              <a:t>[</a:t>
            </a:r>
            <a:r>
              <a:rPr lang="de-DE" sz="1200" b="1" dirty="0" err="1">
                <a:latin typeface="Lucida Console" panose="020B0609040504020204" pitchFamily="49" charset="0"/>
              </a:rPr>
              <a:t>dbo</a:t>
            </a:r>
            <a:r>
              <a:rPr lang="de-DE" sz="1200" b="1" dirty="0">
                <a:latin typeface="Lucida Console" panose="020B0609040504020204" pitchFamily="49" charset="0"/>
              </a:rPr>
              <a:t>].[Departments]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19520C6-ECCD-4E76-803F-837886931064}"/>
              </a:ext>
            </a:extLst>
          </p:cNvPr>
          <p:cNvSpPr/>
          <p:nvPr/>
        </p:nvSpPr>
        <p:spPr>
          <a:xfrm>
            <a:off x="4644008" y="1276350"/>
            <a:ext cx="936104" cy="11229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4711B841-84BE-4E3D-9D8A-6C7EDF27B272}"/>
              </a:ext>
            </a:extLst>
          </p:cNvPr>
          <p:cNvCxnSpPr>
            <a:stCxn id="12" idx="2"/>
          </p:cNvCxnSpPr>
          <p:nvPr/>
        </p:nvCxnSpPr>
        <p:spPr>
          <a:xfrm rot="5400000" flipH="1">
            <a:off x="3596106" y="883348"/>
            <a:ext cx="979680" cy="2052228"/>
          </a:xfrm>
          <a:prstGeom prst="bentConnector4">
            <a:avLst>
              <a:gd name="adj1" fmla="val -23334"/>
              <a:gd name="adj2" fmla="val 61404"/>
            </a:avLst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AF8710D6-61EE-4B16-BFD9-9AE9C0253C68}"/>
              </a:ext>
            </a:extLst>
          </p:cNvPr>
          <p:cNvSpPr txBox="1"/>
          <p:nvPr/>
        </p:nvSpPr>
        <p:spPr>
          <a:xfrm>
            <a:off x="5116943" y="242773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596E5E4-8D65-4C1F-9827-C9F35D743139}"/>
              </a:ext>
            </a:extLst>
          </p:cNvPr>
          <p:cNvSpPr txBox="1"/>
          <p:nvPr/>
        </p:nvSpPr>
        <p:spPr>
          <a:xfrm>
            <a:off x="3059684" y="1419622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629656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888675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74C2AC7-389A-41C7-8A0F-40389D91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JOIN (SQL)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22DD450-26D4-49CB-84AB-026A2605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Ein SQL-Join bildet aus den Datensätzen zweier Tabellen eine Ergebnistabelle, deren Datensätze Attribute beider Tabellen enthält.</a:t>
            </a:r>
          </a:p>
          <a:p>
            <a:r>
              <a:rPr lang="de-DE" dirty="0"/>
              <a:t>Er ist die Umsetzung des Konzepts des Verbunds der relationalen Algebra in der Abfragesprache SQL:</a:t>
            </a:r>
          </a:p>
          <a:p>
            <a:pPr lvl="1"/>
            <a:r>
              <a:rPr lang="de-DE" dirty="0"/>
              <a:t>Das kartesische Produkt CROSS JOIN,</a:t>
            </a:r>
          </a:p>
          <a:p>
            <a:pPr lvl="1"/>
            <a:r>
              <a:rPr lang="de-DE" dirty="0"/>
              <a:t>den inneren Verbund in der Form des natürlichen Verbund INNER JOIN und</a:t>
            </a:r>
          </a:p>
          <a:p>
            <a:pPr lvl="1"/>
            <a:r>
              <a:rPr lang="de-DE" dirty="0"/>
              <a:t>den äußeren Verbund in den Formen LEFT OUTER JOIN, RIGHT OUTER JOIN und FULL OUTER JOIN.</a:t>
            </a:r>
          </a:p>
          <a:p>
            <a:r>
              <a:rPr lang="de-DE" dirty="0"/>
              <a:t>Als Spezialfall kann man auch einen Verbund einer Tabelle mit sich selbst bilden, dies wird als SELF JOIN bezeichnet.</a:t>
            </a:r>
          </a:p>
        </p:txBody>
      </p:sp>
    </p:spTree>
    <p:extLst>
      <p:ext uri="{BB962C8B-B14F-4D97-AF65-F5344CB8AC3E}">
        <p14:creationId xmlns:p14="http://schemas.microsoft.com/office/powerpoint/2010/main" val="799425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JOINS: Kombinationen</a:t>
            </a:r>
          </a:p>
        </p:txBody>
      </p: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ACFD639-36E4-49B2-97A7-1B57AD09A4E7}"/>
              </a:ext>
            </a:extLst>
          </p:cNvPr>
          <p:cNvGrpSpPr/>
          <p:nvPr/>
        </p:nvGrpSpPr>
        <p:grpSpPr>
          <a:xfrm>
            <a:off x="189320" y="1713984"/>
            <a:ext cx="2019409" cy="1715533"/>
            <a:chOff x="345446" y="1352081"/>
            <a:chExt cx="2019409" cy="1715533"/>
          </a:xfrm>
        </p:grpSpPr>
        <p:sp>
          <p:nvSpPr>
            <p:cNvPr id="44" name="Textfeld 43"/>
            <p:cNvSpPr txBox="1"/>
            <p:nvPr/>
          </p:nvSpPr>
          <p:spPr>
            <a:xfrm>
              <a:off x="345446" y="2698282"/>
              <a:ext cx="20194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/>
                <a:t>INNER JOIN</a:t>
              </a:r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5F611EE9-E392-4613-B06E-8499D2C42E0D}"/>
                </a:ext>
              </a:extLst>
            </p:cNvPr>
            <p:cNvGrpSpPr/>
            <p:nvPr/>
          </p:nvGrpSpPr>
          <p:grpSpPr>
            <a:xfrm>
              <a:off x="367595" y="1352081"/>
              <a:ext cx="1997260" cy="1219279"/>
              <a:chOff x="367595" y="1352081"/>
              <a:chExt cx="2375942" cy="1450455"/>
            </a:xfrm>
          </p:grpSpPr>
          <p:sp>
            <p:nvSpPr>
              <p:cNvPr id="4" name="Ellipse 3"/>
              <p:cNvSpPr/>
              <p:nvPr/>
            </p:nvSpPr>
            <p:spPr>
              <a:xfrm>
                <a:off x="367595" y="1362376"/>
                <a:ext cx="1440160" cy="1440160"/>
              </a:xfrm>
              <a:prstGeom prst="ellipse">
                <a:avLst/>
              </a:prstGeom>
              <a:solidFill>
                <a:srgbClr val="FFF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Ellipse 4"/>
              <p:cNvSpPr/>
              <p:nvPr/>
            </p:nvSpPr>
            <p:spPr>
              <a:xfrm>
                <a:off x="1303377" y="1352081"/>
                <a:ext cx="1440160" cy="14401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Rechteck 11"/>
              <p:cNvSpPr/>
              <p:nvPr/>
            </p:nvSpPr>
            <p:spPr>
              <a:xfrm>
                <a:off x="1522030" y="1741565"/>
                <a:ext cx="144016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" name="Rechteck 12"/>
              <p:cNvSpPr/>
              <p:nvPr/>
            </p:nvSpPr>
            <p:spPr>
              <a:xfrm>
                <a:off x="1522030" y="1981067"/>
                <a:ext cx="144016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" name="Rechteck 13"/>
              <p:cNvSpPr/>
              <p:nvPr/>
            </p:nvSpPr>
            <p:spPr>
              <a:xfrm>
                <a:off x="1522030" y="2215421"/>
                <a:ext cx="144016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" name="Rechteck 14"/>
              <p:cNvSpPr/>
              <p:nvPr/>
            </p:nvSpPr>
            <p:spPr>
              <a:xfrm>
                <a:off x="1965959" y="1542210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" name="Rechteck 15"/>
              <p:cNvSpPr/>
              <p:nvPr/>
            </p:nvSpPr>
            <p:spPr>
              <a:xfrm>
                <a:off x="2240659" y="1813573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" name="Rechteck 16"/>
              <p:cNvSpPr/>
              <p:nvPr/>
            </p:nvSpPr>
            <p:spPr>
              <a:xfrm>
                <a:off x="2013622" y="1923061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" name="Rechteck 17"/>
              <p:cNvSpPr/>
              <p:nvPr/>
            </p:nvSpPr>
            <p:spPr>
              <a:xfrm>
                <a:off x="2389697" y="2086827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Rechteck 18"/>
              <p:cNvSpPr/>
              <p:nvPr/>
            </p:nvSpPr>
            <p:spPr>
              <a:xfrm>
                <a:off x="2157638" y="2185296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" name="Rechteck 19"/>
              <p:cNvSpPr/>
              <p:nvPr/>
            </p:nvSpPr>
            <p:spPr>
              <a:xfrm>
                <a:off x="1896753" y="2331385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Rechteck 20"/>
              <p:cNvSpPr/>
              <p:nvPr/>
            </p:nvSpPr>
            <p:spPr>
              <a:xfrm>
                <a:off x="2203638" y="2474073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" name="Rechteck 21"/>
              <p:cNvSpPr/>
              <p:nvPr/>
            </p:nvSpPr>
            <p:spPr>
              <a:xfrm>
                <a:off x="892977" y="1623346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Rechteck 22"/>
              <p:cNvSpPr/>
              <p:nvPr/>
            </p:nvSpPr>
            <p:spPr>
              <a:xfrm>
                <a:off x="665940" y="1732834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Rechteck 23"/>
              <p:cNvSpPr/>
              <p:nvPr/>
            </p:nvSpPr>
            <p:spPr>
              <a:xfrm>
                <a:off x="1042015" y="1896600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Rechteck 24"/>
              <p:cNvSpPr/>
              <p:nvPr/>
            </p:nvSpPr>
            <p:spPr>
              <a:xfrm>
                <a:off x="809956" y="1995069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Rechteck 25"/>
              <p:cNvSpPr/>
              <p:nvPr/>
            </p:nvSpPr>
            <p:spPr>
              <a:xfrm>
                <a:off x="549071" y="2141158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" name="Rechteck 26"/>
              <p:cNvSpPr/>
              <p:nvPr/>
            </p:nvSpPr>
            <p:spPr>
              <a:xfrm>
                <a:off x="855956" y="2283846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CB547421-B438-43F6-B7A4-ED7BE12C3453}"/>
              </a:ext>
            </a:extLst>
          </p:cNvPr>
          <p:cNvGrpSpPr/>
          <p:nvPr/>
        </p:nvGrpSpPr>
        <p:grpSpPr>
          <a:xfrm>
            <a:off x="2398049" y="1720927"/>
            <a:ext cx="2050450" cy="1701647"/>
            <a:chOff x="2697062" y="1368392"/>
            <a:chExt cx="2050450" cy="1701647"/>
          </a:xfrm>
        </p:grpSpPr>
        <p:sp>
          <p:nvSpPr>
            <p:cNvPr id="45" name="Textfeld 44"/>
            <p:cNvSpPr txBox="1"/>
            <p:nvPr/>
          </p:nvSpPr>
          <p:spPr>
            <a:xfrm>
              <a:off x="2697062" y="2700707"/>
              <a:ext cx="2050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/>
                <a:t>LEFT JOIN</a:t>
              </a:r>
            </a:p>
          </p:txBody>
        </p:sp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2A868ED1-37F1-45CB-9F10-7E6159A97CE9}"/>
                </a:ext>
              </a:extLst>
            </p:cNvPr>
            <p:cNvGrpSpPr/>
            <p:nvPr/>
          </p:nvGrpSpPr>
          <p:grpSpPr>
            <a:xfrm>
              <a:off x="2697062" y="1368392"/>
              <a:ext cx="1997260" cy="1219279"/>
              <a:chOff x="3389368" y="1347614"/>
              <a:chExt cx="2375942" cy="1450455"/>
            </a:xfrm>
          </p:grpSpPr>
          <p:sp>
            <p:nvSpPr>
              <p:cNvPr id="6" name="Ellipse 5"/>
              <p:cNvSpPr/>
              <p:nvPr/>
            </p:nvSpPr>
            <p:spPr>
              <a:xfrm>
                <a:off x="3389368" y="1357909"/>
                <a:ext cx="1440160" cy="14401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" name="Ellipse 6"/>
              <p:cNvSpPr/>
              <p:nvPr/>
            </p:nvSpPr>
            <p:spPr>
              <a:xfrm>
                <a:off x="4325150" y="1347614"/>
                <a:ext cx="1440160" cy="14401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Rechteck 27"/>
              <p:cNvSpPr/>
              <p:nvPr/>
            </p:nvSpPr>
            <p:spPr>
              <a:xfrm>
                <a:off x="4541174" y="1712055"/>
                <a:ext cx="144016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Rechteck 28"/>
              <p:cNvSpPr/>
              <p:nvPr/>
            </p:nvSpPr>
            <p:spPr>
              <a:xfrm>
                <a:off x="4541174" y="1951557"/>
                <a:ext cx="144016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" name="Rechteck 29"/>
              <p:cNvSpPr/>
              <p:nvPr/>
            </p:nvSpPr>
            <p:spPr>
              <a:xfrm>
                <a:off x="4541174" y="2185911"/>
                <a:ext cx="144016" cy="1440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" name="Rechteck 30"/>
              <p:cNvSpPr/>
              <p:nvPr/>
            </p:nvSpPr>
            <p:spPr>
              <a:xfrm>
                <a:off x="4985103" y="1512700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" name="Rechteck 31"/>
              <p:cNvSpPr/>
              <p:nvPr/>
            </p:nvSpPr>
            <p:spPr>
              <a:xfrm>
                <a:off x="5259803" y="1784063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" name="Rechteck 32"/>
              <p:cNvSpPr/>
              <p:nvPr/>
            </p:nvSpPr>
            <p:spPr>
              <a:xfrm>
                <a:off x="5032766" y="1893551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" name="Rechteck 33"/>
              <p:cNvSpPr/>
              <p:nvPr/>
            </p:nvSpPr>
            <p:spPr>
              <a:xfrm>
                <a:off x="5408841" y="2057317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" name="Rechteck 34"/>
              <p:cNvSpPr/>
              <p:nvPr/>
            </p:nvSpPr>
            <p:spPr>
              <a:xfrm>
                <a:off x="5176782" y="2155786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" name="Rechteck 35"/>
              <p:cNvSpPr/>
              <p:nvPr/>
            </p:nvSpPr>
            <p:spPr>
              <a:xfrm>
                <a:off x="4915897" y="2301875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" name="Rechteck 36"/>
              <p:cNvSpPr/>
              <p:nvPr/>
            </p:nvSpPr>
            <p:spPr>
              <a:xfrm>
                <a:off x="5222782" y="2444563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" name="Rechteck 37"/>
              <p:cNvSpPr/>
              <p:nvPr/>
            </p:nvSpPr>
            <p:spPr>
              <a:xfrm>
                <a:off x="3912121" y="1593836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" name="Rechteck 38"/>
              <p:cNvSpPr/>
              <p:nvPr/>
            </p:nvSpPr>
            <p:spPr>
              <a:xfrm>
                <a:off x="3685084" y="1703324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Rechteck 39"/>
              <p:cNvSpPr/>
              <p:nvPr/>
            </p:nvSpPr>
            <p:spPr>
              <a:xfrm>
                <a:off x="4061159" y="1867090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" name="Rechteck 40"/>
              <p:cNvSpPr/>
              <p:nvPr/>
            </p:nvSpPr>
            <p:spPr>
              <a:xfrm>
                <a:off x="3829100" y="1965559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Rechteck 41"/>
              <p:cNvSpPr/>
              <p:nvPr/>
            </p:nvSpPr>
            <p:spPr>
              <a:xfrm>
                <a:off x="3568215" y="2111648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3" name="Rechteck 42"/>
              <p:cNvSpPr/>
              <p:nvPr/>
            </p:nvSpPr>
            <p:spPr>
              <a:xfrm>
                <a:off x="3875100" y="2254336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24B92705-38B5-40F5-8567-58303EAFA41C}"/>
              </a:ext>
            </a:extLst>
          </p:cNvPr>
          <p:cNvGrpSpPr/>
          <p:nvPr/>
        </p:nvGrpSpPr>
        <p:grpSpPr>
          <a:xfrm>
            <a:off x="4637819" y="1708721"/>
            <a:ext cx="2050450" cy="1726059"/>
            <a:chOff x="5020098" y="1352471"/>
            <a:chExt cx="2050450" cy="1726059"/>
          </a:xfrm>
        </p:grpSpPr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7C09CB0C-936A-411A-BCF5-7FA68DA8E72F}"/>
                </a:ext>
              </a:extLst>
            </p:cNvPr>
            <p:cNvGrpSpPr/>
            <p:nvPr/>
          </p:nvGrpSpPr>
          <p:grpSpPr>
            <a:xfrm>
              <a:off x="5024898" y="1352471"/>
              <a:ext cx="1997260" cy="1219279"/>
              <a:chOff x="6434995" y="1352471"/>
              <a:chExt cx="2375942" cy="1450455"/>
            </a:xfrm>
          </p:grpSpPr>
          <p:sp>
            <p:nvSpPr>
              <p:cNvPr id="46" name="Ellipse 45"/>
              <p:cNvSpPr/>
              <p:nvPr/>
            </p:nvSpPr>
            <p:spPr>
              <a:xfrm>
                <a:off x="6434995" y="1362766"/>
                <a:ext cx="1440160" cy="14401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7370777" y="1352471"/>
                <a:ext cx="1440160" cy="14401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" name="Rechteck 47"/>
              <p:cNvSpPr/>
              <p:nvPr/>
            </p:nvSpPr>
            <p:spPr>
              <a:xfrm>
                <a:off x="7586801" y="1716912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" name="Rechteck 48"/>
              <p:cNvSpPr/>
              <p:nvPr/>
            </p:nvSpPr>
            <p:spPr>
              <a:xfrm>
                <a:off x="7586801" y="1956414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Rechteck 49"/>
              <p:cNvSpPr/>
              <p:nvPr/>
            </p:nvSpPr>
            <p:spPr>
              <a:xfrm>
                <a:off x="7586801" y="2190768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" name="Rechteck 50"/>
              <p:cNvSpPr/>
              <p:nvPr/>
            </p:nvSpPr>
            <p:spPr>
              <a:xfrm>
                <a:off x="8030730" y="1517557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" name="Rechteck 51"/>
              <p:cNvSpPr/>
              <p:nvPr/>
            </p:nvSpPr>
            <p:spPr>
              <a:xfrm>
                <a:off x="8305430" y="1788920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3" name="Rechteck 52"/>
              <p:cNvSpPr/>
              <p:nvPr/>
            </p:nvSpPr>
            <p:spPr>
              <a:xfrm>
                <a:off x="8078393" y="1898408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" name="Rechteck 53"/>
              <p:cNvSpPr/>
              <p:nvPr/>
            </p:nvSpPr>
            <p:spPr>
              <a:xfrm>
                <a:off x="8454468" y="2062174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5" name="Rechteck 54"/>
              <p:cNvSpPr/>
              <p:nvPr/>
            </p:nvSpPr>
            <p:spPr>
              <a:xfrm>
                <a:off x="8222409" y="2160643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6" name="Rechteck 55"/>
              <p:cNvSpPr/>
              <p:nvPr/>
            </p:nvSpPr>
            <p:spPr>
              <a:xfrm>
                <a:off x="7961524" y="2306732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7" name="Rechteck 56"/>
              <p:cNvSpPr/>
              <p:nvPr/>
            </p:nvSpPr>
            <p:spPr>
              <a:xfrm>
                <a:off x="8268409" y="2449420"/>
                <a:ext cx="144016" cy="14401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8" name="Rechteck 57"/>
              <p:cNvSpPr/>
              <p:nvPr/>
            </p:nvSpPr>
            <p:spPr>
              <a:xfrm>
                <a:off x="6957748" y="1598693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9" name="Rechteck 58"/>
              <p:cNvSpPr/>
              <p:nvPr/>
            </p:nvSpPr>
            <p:spPr>
              <a:xfrm>
                <a:off x="6730711" y="1708181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0" name="Rechteck 59"/>
              <p:cNvSpPr/>
              <p:nvPr/>
            </p:nvSpPr>
            <p:spPr>
              <a:xfrm>
                <a:off x="7106786" y="1871947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1" name="Rechteck 60"/>
              <p:cNvSpPr/>
              <p:nvPr/>
            </p:nvSpPr>
            <p:spPr>
              <a:xfrm>
                <a:off x="6874727" y="1970416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2" name="Rechteck 61"/>
              <p:cNvSpPr/>
              <p:nvPr/>
            </p:nvSpPr>
            <p:spPr>
              <a:xfrm>
                <a:off x="6613842" y="2116505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3" name="Rechteck 62"/>
              <p:cNvSpPr/>
              <p:nvPr/>
            </p:nvSpPr>
            <p:spPr>
              <a:xfrm>
                <a:off x="6920727" y="2259193"/>
                <a:ext cx="144016" cy="1440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64" name="Textfeld 63"/>
            <p:cNvSpPr txBox="1"/>
            <p:nvPr/>
          </p:nvSpPr>
          <p:spPr>
            <a:xfrm>
              <a:off x="5020098" y="2709198"/>
              <a:ext cx="2050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/>
                <a:t>RIGHT JOIN</a:t>
              </a:r>
            </a:p>
          </p:txBody>
        </p:sp>
      </p:grpSp>
      <p:sp>
        <p:nvSpPr>
          <p:cNvPr id="66" name="Ellipse 65">
            <a:extLst>
              <a:ext uri="{FF2B5EF4-FFF2-40B4-BE49-F238E27FC236}">
                <a16:creationId xmlns:a16="http://schemas.microsoft.com/office/drawing/2014/main" id="{AC7FADB4-41D5-4D9C-92A2-818147CD62B6}"/>
              </a:ext>
            </a:extLst>
          </p:cNvPr>
          <p:cNvSpPr/>
          <p:nvPr/>
        </p:nvSpPr>
        <p:spPr>
          <a:xfrm>
            <a:off x="6877589" y="1718001"/>
            <a:ext cx="1259013" cy="12815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20DAF56D-FDCA-452E-B9A9-66716B140C85}"/>
              </a:ext>
            </a:extLst>
          </p:cNvPr>
          <p:cNvSpPr/>
          <p:nvPr/>
        </p:nvSpPr>
        <p:spPr>
          <a:xfrm>
            <a:off x="7695666" y="1708840"/>
            <a:ext cx="1259013" cy="12815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014B579A-6B97-4108-91F4-B05853DC9D2A}"/>
              </a:ext>
            </a:extLst>
          </p:cNvPr>
          <p:cNvSpPr/>
          <p:nvPr/>
        </p:nvSpPr>
        <p:spPr>
          <a:xfrm>
            <a:off x="7884518" y="2033136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80C82D04-B979-4363-A5B8-AEA514B171EF}"/>
              </a:ext>
            </a:extLst>
          </p:cNvPr>
          <p:cNvSpPr/>
          <p:nvPr/>
        </p:nvSpPr>
        <p:spPr>
          <a:xfrm>
            <a:off x="7884518" y="2246255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9AA18000-785C-441F-9AD2-8B8EF9105CE0}"/>
              </a:ext>
            </a:extLst>
          </p:cNvPr>
          <p:cNvSpPr/>
          <p:nvPr/>
        </p:nvSpPr>
        <p:spPr>
          <a:xfrm>
            <a:off x="7884518" y="2454793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2641C228-4EFF-4E30-A8D8-73B2330CDFC9}"/>
              </a:ext>
            </a:extLst>
          </p:cNvPr>
          <p:cNvSpPr/>
          <p:nvPr/>
        </p:nvSpPr>
        <p:spPr>
          <a:xfrm>
            <a:off x="8272608" y="1855741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B6FC6219-D7E9-4810-AD89-FCFF5590806A}"/>
              </a:ext>
            </a:extLst>
          </p:cNvPr>
          <p:cNvSpPr/>
          <p:nvPr/>
        </p:nvSpPr>
        <p:spPr>
          <a:xfrm>
            <a:off x="8512756" y="2097211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A96E0BAC-58D7-4D5D-9F70-F7841AD9C9D8}"/>
              </a:ext>
            </a:extLst>
          </p:cNvPr>
          <p:cNvSpPr/>
          <p:nvPr/>
        </p:nvSpPr>
        <p:spPr>
          <a:xfrm>
            <a:off x="8314276" y="2194639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D9468929-6051-42BA-B5D6-12F6E1F0BB38}"/>
              </a:ext>
            </a:extLst>
          </p:cNvPr>
          <p:cNvSpPr/>
          <p:nvPr/>
        </p:nvSpPr>
        <p:spPr>
          <a:xfrm>
            <a:off x="8643048" y="2340365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4AEC6FA0-7D12-4842-B96A-A9D03563DC6F}"/>
              </a:ext>
            </a:extLst>
          </p:cNvPr>
          <p:cNvSpPr/>
          <p:nvPr/>
        </p:nvSpPr>
        <p:spPr>
          <a:xfrm>
            <a:off x="8440178" y="2427987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1CDF5163-AD8E-419F-9B3F-ADE4118C1312}"/>
              </a:ext>
            </a:extLst>
          </p:cNvPr>
          <p:cNvSpPr/>
          <p:nvPr/>
        </p:nvSpPr>
        <p:spPr>
          <a:xfrm>
            <a:off x="8212107" y="2557983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86B841C1-ADCD-4B19-9568-E8B3C5DE494B}"/>
              </a:ext>
            </a:extLst>
          </p:cNvPr>
          <p:cNvSpPr/>
          <p:nvPr/>
        </p:nvSpPr>
        <p:spPr>
          <a:xfrm>
            <a:off x="8480392" y="2684953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857C9A78-A8CD-4F78-9624-F6110CCB3546}"/>
              </a:ext>
            </a:extLst>
          </p:cNvPr>
          <p:cNvSpPr/>
          <p:nvPr/>
        </p:nvSpPr>
        <p:spPr>
          <a:xfrm>
            <a:off x="7334589" y="1927939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1533734C-54D6-49CA-B74D-6E9D487B9956}"/>
              </a:ext>
            </a:extLst>
          </p:cNvPr>
          <p:cNvSpPr/>
          <p:nvPr/>
        </p:nvSpPr>
        <p:spPr>
          <a:xfrm>
            <a:off x="7136109" y="2025366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93430372-DD0D-4090-86E5-524F527F2BC5}"/>
              </a:ext>
            </a:extLst>
          </p:cNvPr>
          <p:cNvSpPr/>
          <p:nvPr/>
        </p:nvSpPr>
        <p:spPr>
          <a:xfrm>
            <a:off x="7464880" y="2171093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9AD4BE8E-3E65-49A0-9FA3-09B0C9B4430B}"/>
              </a:ext>
            </a:extLst>
          </p:cNvPr>
          <p:cNvSpPr/>
          <p:nvPr/>
        </p:nvSpPr>
        <p:spPr>
          <a:xfrm>
            <a:off x="7262010" y="2258715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3068919D-213A-4D71-9758-A5D776C7776D}"/>
              </a:ext>
            </a:extLst>
          </p:cNvPr>
          <p:cNvSpPr/>
          <p:nvPr/>
        </p:nvSpPr>
        <p:spPr>
          <a:xfrm>
            <a:off x="7033940" y="2388711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7311447E-CBD8-4676-9E18-2525CE9CC278}"/>
              </a:ext>
            </a:extLst>
          </p:cNvPr>
          <p:cNvSpPr/>
          <p:nvPr/>
        </p:nvSpPr>
        <p:spPr>
          <a:xfrm>
            <a:off x="7302224" y="2515681"/>
            <a:ext cx="125901" cy="1281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269EC1E9-867E-488E-905E-7209518A8427}"/>
              </a:ext>
            </a:extLst>
          </p:cNvPr>
          <p:cNvSpPr txBox="1"/>
          <p:nvPr/>
        </p:nvSpPr>
        <p:spPr>
          <a:xfrm>
            <a:off x="7033940" y="3106013"/>
            <a:ext cx="179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FULL JOIN</a:t>
            </a:r>
          </a:p>
        </p:txBody>
      </p:sp>
    </p:spTree>
    <p:extLst>
      <p:ext uri="{BB962C8B-B14F-4D97-AF65-F5344CB8AC3E}">
        <p14:creationId xmlns:p14="http://schemas.microsoft.com/office/powerpoint/2010/main" val="3950159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yntax der Varianten des Verbunds in SQL">
            <a:extLst>
              <a:ext uri="{FF2B5EF4-FFF2-40B4-BE49-F238E27FC236}">
                <a16:creationId xmlns:a16="http://schemas.microsoft.com/office/drawing/2014/main" id="{972FD69B-CF18-45EF-A5DD-6E5A3270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9501"/>
            <a:ext cx="5112568" cy="420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75F69ED-78E0-435F-9B60-30ED9D8FEEFA}"/>
              </a:ext>
            </a:extLst>
          </p:cNvPr>
          <p:cNvSpPr txBox="1"/>
          <p:nvPr/>
        </p:nvSpPr>
        <p:spPr>
          <a:xfrm>
            <a:off x="323528" y="4515966"/>
            <a:ext cx="5139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hlinkClick r:id="rId3"/>
              </a:rPr>
              <a:t>Von Paul Setzer - Eigenes Werk, CC BY-SA 4.0, https://commons.wikimedia.org/w/index.php?curid=78838846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920438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CC573-0814-4AF9-9AE0-3AB0DA4E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Ausgabe von Daten - SELECT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4D298C-21B2-4108-90A7-1CF90CEB8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Ruft Zeilen aus der Datenbank ab und ermöglicht die Auswahl von einer oder mehreren Zeilen oder Spalten aus einer oder mehreren Tabellen.</a:t>
            </a:r>
          </a:p>
          <a:p>
            <a:r>
              <a:rPr lang="de-DE" dirty="0"/>
              <a:t>Die vollständige Syntax der SELECT-Anweisung ist komplex, die Hauptklauseln können jedoch wie folgt zusammengefasst werden:</a:t>
            </a:r>
          </a:p>
          <a:p>
            <a:pPr lvl="1"/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select_list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[ INTO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new_table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]</a:t>
            </a:r>
          </a:p>
          <a:p>
            <a:pPr lvl="1"/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[ FROM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table_source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]</a:t>
            </a:r>
          </a:p>
          <a:p>
            <a:pPr lvl="1"/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[ WHERE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search_condition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]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 GROUP BY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group_by_expression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]</a:t>
            </a:r>
          </a:p>
          <a:p>
            <a:pPr lvl="1"/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[ HAVING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search_condition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]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 ORDER BY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order_expression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[ ASC | DESC ] ]</a:t>
            </a:r>
          </a:p>
        </p:txBody>
      </p:sp>
    </p:spTree>
    <p:extLst>
      <p:ext uri="{BB962C8B-B14F-4D97-AF65-F5344CB8AC3E}">
        <p14:creationId xmlns:p14="http://schemas.microsoft.com/office/powerpoint/2010/main" val="1030951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de-DE" dirty="0"/>
              <a:t>SQL Server Security</a:t>
            </a:r>
            <a:br>
              <a:rPr lang="de-DE" dirty="0"/>
            </a:br>
            <a:r>
              <a:rPr lang="de-DE" dirty="0"/>
              <a:t>Grundlagen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Autor: Uwe Ricken</a:t>
            </a:r>
            <a:br>
              <a:rPr lang="de-DE" dirty="0"/>
            </a:br>
            <a:r>
              <a:rPr lang="de-DE" b="1" dirty="0" err="1">
                <a:solidFill>
                  <a:schemeClr val="accent1">
                    <a:lumMod val="50000"/>
                  </a:schemeClr>
                </a:solidFill>
              </a:rPr>
              <a:t>db</a:t>
            </a:r>
            <a:r>
              <a:rPr lang="de-DE" dirty="0"/>
              <a:t> Berater GmbH</a:t>
            </a:r>
          </a:p>
        </p:txBody>
      </p:sp>
    </p:spTree>
    <p:extLst>
      <p:ext uri="{BB962C8B-B14F-4D97-AF65-F5344CB8AC3E}">
        <p14:creationId xmlns:p14="http://schemas.microsoft.com/office/powerpoint/2010/main" val="1273054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Zutritt in das „ehrenwerte Haus“ erlangen</a:t>
            </a:r>
          </a:p>
          <a:p>
            <a:pPr lvl="1"/>
            <a:r>
              <a:rPr lang="de-DE" dirty="0"/>
              <a:t>Logins</a:t>
            </a:r>
          </a:p>
          <a:p>
            <a:pPr lvl="1"/>
            <a:r>
              <a:rPr lang="de-DE" dirty="0"/>
              <a:t>Mixed Authentication vs. Windows Authentication</a:t>
            </a:r>
          </a:p>
          <a:p>
            <a:r>
              <a:rPr lang="de-DE" dirty="0"/>
              <a:t>Mögliche Berechtigungen im „ehrenwerten Haus“</a:t>
            </a:r>
          </a:p>
          <a:p>
            <a:pPr lvl="1"/>
            <a:r>
              <a:rPr lang="de-DE" dirty="0"/>
              <a:t>Serverrollen</a:t>
            </a:r>
          </a:p>
          <a:p>
            <a:r>
              <a:rPr lang="de-DE" dirty="0"/>
              <a:t>Zutritt in die Wohnung erlangen</a:t>
            </a:r>
          </a:p>
          <a:p>
            <a:pPr lvl="1"/>
            <a:r>
              <a:rPr lang="de-DE" dirty="0"/>
              <a:t>Datenbankbenutzer</a:t>
            </a:r>
          </a:p>
          <a:p>
            <a:pPr lvl="1"/>
            <a:r>
              <a:rPr lang="de-DE" dirty="0"/>
              <a:t>Eigentümer einer Wohnung vs. Mitbewohner</a:t>
            </a:r>
          </a:p>
          <a:p>
            <a:r>
              <a:rPr lang="de-DE" dirty="0"/>
              <a:t>Einrichten der Wohnung</a:t>
            </a:r>
          </a:p>
          <a:p>
            <a:pPr lvl="1"/>
            <a:r>
              <a:rPr lang="de-DE" dirty="0"/>
              <a:t>Planung der möglichen Zimmer in der Wohnung (Schemata)</a:t>
            </a:r>
          </a:p>
          <a:p>
            <a:pPr lvl="1"/>
            <a:r>
              <a:rPr lang="de-DE" dirty="0"/>
              <a:t>Berechtigungen in den Zimmern</a:t>
            </a:r>
          </a:p>
        </p:txBody>
      </p:sp>
    </p:spTree>
    <p:extLst>
      <p:ext uri="{BB962C8B-B14F-4D97-AF65-F5344CB8AC3E}">
        <p14:creationId xmlns:p14="http://schemas.microsoft.com/office/powerpoint/2010/main" val="2611172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Nomenklatur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4441031" algn="l"/>
              </a:tabLst>
            </a:pPr>
            <a:r>
              <a:rPr lang="de-DE" dirty="0"/>
              <a:t>Microsoft SQL Server Instanz:	Mietshaus</a:t>
            </a:r>
          </a:p>
          <a:p>
            <a:pPr>
              <a:tabLst>
                <a:tab pos="4441031" algn="l"/>
              </a:tabLst>
            </a:pPr>
            <a:r>
              <a:rPr lang="de-DE" dirty="0"/>
              <a:t>Datenbank in SQL Server Instanz:	Wohnung</a:t>
            </a:r>
          </a:p>
          <a:p>
            <a:pPr>
              <a:tabLst>
                <a:tab pos="4441031" algn="l"/>
              </a:tabLst>
            </a:pPr>
            <a:r>
              <a:rPr lang="de-DE" dirty="0"/>
              <a:t>Schema in einer Datenbank:	Zimmer</a:t>
            </a:r>
          </a:p>
          <a:p>
            <a:pPr>
              <a:tabLst>
                <a:tab pos="4441031" algn="l"/>
              </a:tabLst>
            </a:pPr>
            <a:r>
              <a:rPr lang="de-DE" dirty="0"/>
              <a:t>Tabellen / Views / …:	Inventar (Möbel, etc.)</a:t>
            </a:r>
          </a:p>
          <a:p>
            <a:pPr>
              <a:tabLst>
                <a:tab pos="4441031" algn="l"/>
              </a:tabLst>
            </a:pPr>
            <a:endParaRPr lang="de-DE" dirty="0"/>
          </a:p>
          <a:p>
            <a:pPr>
              <a:tabLst>
                <a:tab pos="4441031" algn="l"/>
              </a:tabLst>
            </a:pPr>
            <a:r>
              <a:rPr lang="de-DE" dirty="0"/>
              <a:t>Eigentümer:	</a:t>
            </a:r>
            <a:r>
              <a:rPr lang="de-DE" dirty="0" err="1"/>
              <a:t>sysadmin</a:t>
            </a:r>
            <a:endParaRPr lang="de-DE" dirty="0"/>
          </a:p>
          <a:p>
            <a:pPr>
              <a:tabLst>
                <a:tab pos="4441031" algn="l"/>
              </a:tabLst>
            </a:pPr>
            <a:r>
              <a:rPr lang="de-DE" dirty="0"/>
              <a:t>Zugangsberechtigter:	Login</a:t>
            </a:r>
          </a:p>
          <a:p>
            <a:pPr>
              <a:tabLst>
                <a:tab pos="4441031" algn="l"/>
              </a:tabLst>
            </a:pPr>
            <a:r>
              <a:rPr lang="de-DE" dirty="0"/>
              <a:t>Mieter:	Datenbankbenutzer</a:t>
            </a:r>
          </a:p>
        </p:txBody>
      </p:sp>
    </p:spTree>
    <p:extLst>
      <p:ext uri="{BB962C8B-B14F-4D97-AF65-F5344CB8AC3E}">
        <p14:creationId xmlns:p14="http://schemas.microsoft.com/office/powerpoint/2010/main" val="2568267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ehrenwerte Haus (Server)</a:t>
            </a:r>
          </a:p>
        </p:txBody>
      </p:sp>
      <p:pic>
        <p:nvPicPr>
          <p:cNvPr id="6" name="Inhaltsplatzhalt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1272250"/>
            <a:ext cx="2192111" cy="3096791"/>
          </a:xfrm>
        </p:spPr>
      </p:pic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>
          <a:xfrm>
            <a:off x="2660425" y="1369222"/>
            <a:ext cx="6015264" cy="2952917"/>
          </a:xfrm>
        </p:spPr>
        <p:txBody>
          <a:bodyPr>
            <a:normAutofit/>
          </a:bodyPr>
          <a:lstStyle/>
          <a:p>
            <a:r>
              <a:rPr lang="de-DE" dirty="0"/>
              <a:t>Eine Microsoft SQL Server Instanz ist wie ein Wohnhaus mit wenigen oder vielen Wohnungen</a:t>
            </a:r>
          </a:p>
          <a:p>
            <a:r>
              <a:rPr lang="de-DE" dirty="0"/>
              <a:t>Wer in das Haus möchte, benötigt einen Schlüssel</a:t>
            </a:r>
          </a:p>
          <a:p>
            <a:r>
              <a:rPr lang="de-DE" dirty="0"/>
              <a:t>Zugang zum Haus erhalten nur Personen mit gültigem Schlüssel</a:t>
            </a:r>
          </a:p>
          <a:p>
            <a:pPr lvl="1"/>
            <a:r>
              <a:rPr lang="de-DE" dirty="0"/>
              <a:t>Ausgestellt von einer Behörde (Windows Konto)</a:t>
            </a:r>
          </a:p>
          <a:p>
            <a:pPr lvl="1"/>
            <a:r>
              <a:rPr lang="de-DE" dirty="0"/>
              <a:t>Ausgestellt vom Eigentümer des Hauses (SQL Konto)</a:t>
            </a:r>
          </a:p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67916" y="4316965"/>
            <a:ext cx="219485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50" b="1" dirty="0"/>
              <a:t>NB-LENOVO-I\SQL_2019</a:t>
            </a:r>
          </a:p>
        </p:txBody>
      </p:sp>
      <p:sp>
        <p:nvSpPr>
          <p:cNvPr id="8" name="Rechteck 7"/>
          <p:cNvSpPr/>
          <p:nvPr/>
        </p:nvSpPr>
        <p:spPr>
          <a:xfrm>
            <a:off x="467916" y="4064000"/>
            <a:ext cx="450717" cy="300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</p:spTree>
    <p:extLst>
      <p:ext uri="{BB962C8B-B14F-4D97-AF65-F5344CB8AC3E}">
        <p14:creationId xmlns:p14="http://schemas.microsoft.com/office/powerpoint/2010/main" val="1975270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313" y="1369222"/>
            <a:ext cx="4160837" cy="2165612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Schlüsselübergabe durch Personalausweis</a:t>
            </a:r>
          </a:p>
        </p:txBody>
      </p:sp>
      <p:pic>
        <p:nvPicPr>
          <p:cNvPr id="7" name="Inhaltsplatzhalt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16" y="1616608"/>
            <a:ext cx="1017329" cy="1461029"/>
          </a:xfrm>
        </p:spPr>
      </p:pic>
      <p:sp>
        <p:nvSpPr>
          <p:cNvPr id="6" name="Inhaltsplatzhalt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Donald besitzt einen BPA und möchte gerne in das Haus.</a:t>
            </a:r>
          </a:p>
          <a:p>
            <a:r>
              <a:rPr lang="de-DE" dirty="0"/>
              <a:t>Donald ist durch seine BPA-Nummer eindeutig identifizierbar.</a:t>
            </a:r>
          </a:p>
          <a:p>
            <a:r>
              <a:rPr lang="de-DE" dirty="0"/>
              <a:t>Donald benötigt lediglich den Schlüssel zum Hausflur.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714503" y="1608670"/>
            <a:ext cx="2838450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PERSONALAUSWEIS</a:t>
            </a:r>
          </a:p>
          <a:p>
            <a:endParaRPr lang="de-DE" sz="1350" dirty="0"/>
          </a:p>
          <a:p>
            <a:r>
              <a:rPr lang="de-DE" sz="1200" dirty="0"/>
              <a:t>Donald Duck</a:t>
            </a:r>
          </a:p>
          <a:p>
            <a:r>
              <a:rPr lang="de-DE" sz="1200" dirty="0"/>
              <a:t>Entengasse 10</a:t>
            </a:r>
          </a:p>
          <a:p>
            <a:endParaRPr lang="de-DE" sz="1200" dirty="0"/>
          </a:p>
          <a:p>
            <a:r>
              <a:rPr lang="de-DE" sz="1200" dirty="0"/>
              <a:t>12345 Entenhausen</a:t>
            </a:r>
          </a:p>
          <a:p>
            <a:endParaRPr lang="de-DE" sz="1350" dirty="0"/>
          </a:p>
          <a:p>
            <a:r>
              <a:rPr lang="de-DE" sz="1050" b="1" dirty="0"/>
              <a:t>0x010500000000000515000000F90DD5F…</a:t>
            </a:r>
          </a:p>
        </p:txBody>
      </p:sp>
    </p:spTree>
    <p:extLst>
      <p:ext uri="{BB962C8B-B14F-4D97-AF65-F5344CB8AC3E}">
        <p14:creationId xmlns:p14="http://schemas.microsoft.com/office/powerpoint/2010/main" val="4064865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Erstellen eines Logins (Windows)	</a:t>
            </a:r>
          </a:p>
        </p:txBody>
      </p:sp>
      <p:pic>
        <p:nvPicPr>
          <p:cNvPr id="9" name="Inhaltsplatzhalt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16" y="1616608"/>
            <a:ext cx="1017329" cy="1461029"/>
          </a:xfrm>
        </p:spPr>
      </p:pic>
      <p:sp>
        <p:nvSpPr>
          <p:cNvPr id="6" name="Inhaltsplatzhalt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Donald ist Mitglied der Domäne.</a:t>
            </a:r>
          </a:p>
          <a:p>
            <a:r>
              <a:rPr lang="de-DE" dirty="0"/>
              <a:t>Donald ist eindeutig durch seine SID zu identifizieren.</a:t>
            </a:r>
          </a:p>
          <a:p>
            <a:r>
              <a:rPr lang="de-DE" dirty="0"/>
              <a:t>Donald benötigt einen Login für den Zugriff auf Microsoft SQL Servers.</a:t>
            </a:r>
          </a:p>
        </p:txBody>
      </p:sp>
      <p:pic>
        <p:nvPicPr>
          <p:cNvPr id="5" name="Inhaltsplatzhalter 3" descr="Don’t wait just download the free demo of 1V0-604 practice test and ...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760" y="4423345"/>
            <a:ext cx="810927" cy="405464"/>
          </a:xfrm>
          <a:prstGeom prst="rect">
            <a:avLst/>
          </a:prstGeom>
        </p:spPr>
      </p:pic>
      <p:sp>
        <p:nvSpPr>
          <p:cNvPr id="8" name="Rechteck 7"/>
          <p:cNvSpPr/>
          <p:nvPr/>
        </p:nvSpPr>
        <p:spPr>
          <a:xfrm>
            <a:off x="468313" y="1369222"/>
            <a:ext cx="4160837" cy="2165612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10" name="Textfeld 9"/>
          <p:cNvSpPr txBox="1"/>
          <p:nvPr/>
        </p:nvSpPr>
        <p:spPr>
          <a:xfrm>
            <a:off x="1714503" y="1608670"/>
            <a:ext cx="2838450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PERSONALAUSWEIS</a:t>
            </a:r>
          </a:p>
          <a:p>
            <a:endParaRPr lang="de-DE" sz="1350" dirty="0"/>
          </a:p>
          <a:p>
            <a:r>
              <a:rPr lang="de-DE" sz="1200" dirty="0"/>
              <a:t>Donald Duck</a:t>
            </a:r>
          </a:p>
          <a:p>
            <a:r>
              <a:rPr lang="de-DE" sz="1200" dirty="0"/>
              <a:t>Entengasse 10</a:t>
            </a:r>
          </a:p>
          <a:p>
            <a:endParaRPr lang="de-DE" sz="1200" dirty="0"/>
          </a:p>
          <a:p>
            <a:r>
              <a:rPr lang="de-DE" sz="1200" dirty="0"/>
              <a:t>12345 Entenhausen</a:t>
            </a:r>
          </a:p>
          <a:p>
            <a:endParaRPr lang="de-DE" sz="1350" dirty="0"/>
          </a:p>
          <a:p>
            <a:r>
              <a:rPr lang="de-DE" sz="1050" b="1" dirty="0"/>
              <a:t>0x010500000000000515000000F90DD5F…</a:t>
            </a:r>
          </a:p>
        </p:txBody>
      </p:sp>
      <p:pic>
        <p:nvPicPr>
          <p:cNvPr id="11" name="Inhaltsplatzhalter 6">
            <a:extLst>
              <a:ext uri="{FF2B5EF4-FFF2-40B4-BE49-F238E27FC236}">
                <a16:creationId xmlns:a16="http://schemas.microsoft.com/office/drawing/2014/main" id="{FD32BEE7-9206-4AE1-B31D-DF5FD72DA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16" y="1730908"/>
            <a:ext cx="1017329" cy="146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27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313" y="1369222"/>
            <a:ext cx="4160837" cy="2165612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Schlüsselübergabe durch Eigentümer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half" idx="1"/>
          </p:nvPr>
        </p:nvSpPr>
        <p:spPr>
          <a:xfrm>
            <a:off x="4738235" y="1369222"/>
            <a:ext cx="4046537" cy="2952917"/>
          </a:xfrm>
        </p:spPr>
        <p:txBody>
          <a:bodyPr/>
          <a:lstStyle/>
          <a:p>
            <a:r>
              <a:rPr lang="de-DE" dirty="0"/>
              <a:t>Daisy besitzt keinen BPA.</a:t>
            </a:r>
          </a:p>
          <a:p>
            <a:r>
              <a:rPr lang="de-DE" dirty="0"/>
              <a:t>Da Daisy nicht eindeutig identifizierbar ist, muss der Eigentümer des Hauses selbst einen Zugang für Daisy erzeugen.</a:t>
            </a:r>
          </a:p>
          <a:p>
            <a:r>
              <a:rPr lang="de-DE" dirty="0"/>
              <a:t>Damit erhält Daisy automatisch einen Schlüssel für den Zugang zum Haus!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714503" y="1608670"/>
            <a:ext cx="2838450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Arobic</a:t>
            </a:r>
            <a:r>
              <a:rPr lang="de-DE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-Club Lahme Ente!</a:t>
            </a:r>
          </a:p>
          <a:p>
            <a:endParaRPr lang="de-DE" sz="1350" dirty="0"/>
          </a:p>
          <a:p>
            <a:r>
              <a:rPr lang="de-DE" sz="1200" dirty="0"/>
              <a:t>Daisy Duck</a:t>
            </a:r>
          </a:p>
          <a:p>
            <a:r>
              <a:rPr lang="de-DE" sz="1200" dirty="0"/>
              <a:t>Entengasse 12</a:t>
            </a:r>
          </a:p>
          <a:p>
            <a:endParaRPr lang="de-DE" sz="1200" dirty="0"/>
          </a:p>
          <a:p>
            <a:r>
              <a:rPr lang="de-DE" sz="1200" dirty="0"/>
              <a:t>12345 Entenhausen</a:t>
            </a:r>
          </a:p>
          <a:p>
            <a:endParaRPr lang="de-DE" sz="1350" dirty="0"/>
          </a:p>
          <a:p>
            <a:r>
              <a:rPr lang="de-DE" sz="1050" b="1" dirty="0"/>
              <a:t>0xB8BF828021847B48ADFA62FD6B40E78E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16" y="1656889"/>
            <a:ext cx="1428572" cy="14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32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313" y="1369222"/>
            <a:ext cx="4160837" cy="2165612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Schlüsselübergabe durch Eigentümer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half" idx="1"/>
          </p:nvPr>
        </p:nvSpPr>
        <p:spPr>
          <a:xfrm>
            <a:off x="4738235" y="1369222"/>
            <a:ext cx="4046537" cy="2952917"/>
          </a:xfrm>
        </p:spPr>
        <p:txBody>
          <a:bodyPr/>
          <a:lstStyle/>
          <a:p>
            <a:r>
              <a:rPr lang="de-DE" dirty="0"/>
              <a:t>Für Daisy wird in SQL Server ein Konto angelegt.</a:t>
            </a:r>
          </a:p>
          <a:p>
            <a:r>
              <a:rPr lang="de-DE" dirty="0"/>
              <a:t>Dieses Konto ist nur für den SQL Server gültig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714503" y="1608670"/>
            <a:ext cx="2838450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Arobic</a:t>
            </a:r>
            <a:r>
              <a:rPr lang="de-DE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-Club Lahme Ente!</a:t>
            </a:r>
          </a:p>
          <a:p>
            <a:endParaRPr lang="de-DE" sz="1350" dirty="0"/>
          </a:p>
          <a:p>
            <a:r>
              <a:rPr lang="de-DE" sz="1200" dirty="0"/>
              <a:t>Daisy Duck</a:t>
            </a:r>
          </a:p>
          <a:p>
            <a:r>
              <a:rPr lang="de-DE" sz="1200" dirty="0"/>
              <a:t>Entengasse 12</a:t>
            </a:r>
          </a:p>
          <a:p>
            <a:endParaRPr lang="de-DE" sz="1200" dirty="0"/>
          </a:p>
          <a:p>
            <a:r>
              <a:rPr lang="de-DE" sz="1200" dirty="0"/>
              <a:t>12345 Entenhausen</a:t>
            </a:r>
          </a:p>
          <a:p>
            <a:endParaRPr lang="de-DE" sz="1350" dirty="0"/>
          </a:p>
          <a:p>
            <a:r>
              <a:rPr lang="de-DE" sz="1050" b="1" dirty="0"/>
              <a:t>0xB8BF828021847B48ADFA62FD6B40E78E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16" y="1656889"/>
            <a:ext cx="1428572" cy="14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05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Zugang </a:t>
            </a:r>
            <a:r>
              <a:rPr lang="de-DE"/>
              <a:t>zum ehrenwerten </a:t>
            </a:r>
            <a:r>
              <a:rPr lang="de-DE" dirty="0"/>
              <a:t>Haus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19" y="2164556"/>
            <a:ext cx="3750469" cy="8143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nhaltsplatzhalt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1272250"/>
            <a:ext cx="2192111" cy="3096791"/>
          </a:xfrm>
          <a:prstGeom prst="rect">
            <a:avLst/>
          </a:prstGeom>
        </p:spPr>
      </p:pic>
      <p:sp>
        <p:nvSpPr>
          <p:cNvPr id="10" name="Textfeld 9"/>
          <p:cNvSpPr txBox="1"/>
          <p:nvPr/>
        </p:nvSpPr>
        <p:spPr>
          <a:xfrm>
            <a:off x="467916" y="4377266"/>
            <a:ext cx="219485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50" b="1" dirty="0"/>
              <a:t>NB-LENOVO-I\SQL_2016</a:t>
            </a:r>
          </a:p>
        </p:txBody>
      </p:sp>
      <p:sp>
        <p:nvSpPr>
          <p:cNvPr id="11" name="Rechteck 10"/>
          <p:cNvSpPr/>
          <p:nvPr/>
        </p:nvSpPr>
        <p:spPr>
          <a:xfrm>
            <a:off x="467916" y="4064000"/>
            <a:ext cx="450717" cy="300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12" name="Rechteck 11"/>
          <p:cNvSpPr/>
          <p:nvPr/>
        </p:nvSpPr>
        <p:spPr>
          <a:xfrm>
            <a:off x="3517900" y="2164557"/>
            <a:ext cx="973667" cy="814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350" dirty="0"/>
              <a:t>KEY</a:t>
            </a:r>
          </a:p>
        </p:txBody>
      </p:sp>
      <p:cxnSp>
        <p:nvCxnSpPr>
          <p:cNvPr id="14" name="Gerade Verbindung mit Pfeil 13"/>
          <p:cNvCxnSpPr>
            <a:stCxn id="6" idx="1"/>
            <a:endCxn id="12" idx="3"/>
          </p:cNvCxnSpPr>
          <p:nvPr/>
        </p:nvCxnSpPr>
        <p:spPr>
          <a:xfrm flipH="1">
            <a:off x="4491567" y="2571750"/>
            <a:ext cx="4336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/>
          <p:cNvCxnSpPr>
            <a:stCxn id="12" idx="1"/>
            <a:endCxn id="10" idx="2"/>
          </p:cNvCxnSpPr>
          <p:nvPr/>
        </p:nvCxnSpPr>
        <p:spPr>
          <a:xfrm rot="10800000" flipV="1">
            <a:off x="1565342" y="2571750"/>
            <a:ext cx="1952558" cy="2105597"/>
          </a:xfrm>
          <a:prstGeom prst="bentConnector4">
            <a:avLst>
              <a:gd name="adj1" fmla="val 21898"/>
              <a:gd name="adj2" fmla="val 1108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99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Zutritt in die Wohnung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 Datenbank in einem SQL Server ist eine separate Wohnung</a:t>
            </a:r>
          </a:p>
          <a:p>
            <a:r>
              <a:rPr lang="de-DE" dirty="0"/>
              <a:t>Nur, weil ein Schlüssel für das </a:t>
            </a:r>
            <a:r>
              <a:rPr lang="de-DE" b="1" dirty="0"/>
              <a:t>Haus</a:t>
            </a:r>
            <a:r>
              <a:rPr lang="de-DE" dirty="0"/>
              <a:t> existiert, kann ich nicht in jede Wohnung eintreten!</a:t>
            </a:r>
          </a:p>
          <a:p>
            <a:r>
              <a:rPr lang="de-DE" dirty="0"/>
              <a:t>Um eine Wohnung betreten zu können, benötige ich einen zweiten Schlüssel</a:t>
            </a:r>
          </a:p>
        </p:txBody>
      </p:sp>
    </p:spTree>
    <p:extLst>
      <p:ext uri="{BB962C8B-B14F-4D97-AF65-F5344CB8AC3E}">
        <p14:creationId xmlns:p14="http://schemas.microsoft.com/office/powerpoint/2010/main" val="2954103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Schemata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half" idx="2"/>
          </p:nvPr>
        </p:nvSpPr>
        <p:spPr>
          <a:xfrm>
            <a:off x="5033682" y="1369222"/>
            <a:ext cx="3642006" cy="2952917"/>
          </a:xfrm>
        </p:spPr>
        <p:txBody>
          <a:bodyPr>
            <a:normAutofit/>
          </a:bodyPr>
          <a:lstStyle/>
          <a:p>
            <a:r>
              <a:rPr lang="de-DE" dirty="0"/>
              <a:t>Ein Schema ist das </a:t>
            </a:r>
            <a:r>
              <a:rPr lang="de-DE"/>
              <a:t>Zimmer einer </a:t>
            </a:r>
            <a:r>
              <a:rPr lang="de-DE" dirty="0"/>
              <a:t>Wohnung!</a:t>
            </a:r>
          </a:p>
          <a:p>
            <a:r>
              <a:rPr lang="de-DE" dirty="0"/>
              <a:t>Ein Schema ist ein Container für Objekte.</a:t>
            </a:r>
          </a:p>
          <a:p>
            <a:r>
              <a:rPr lang="de-DE" dirty="0"/>
              <a:t>In einem einzelnen Schema können Objekte enthalten sein, die im Besitz unterschiedlicher Benutzer sind.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605" y="1268016"/>
            <a:ext cx="4681858" cy="3209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1584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C3129-FA15-4747-A912-452F5885D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So, raus </a:t>
            </a:r>
            <a:r>
              <a:rPr lang="de-DE"/>
              <a:t>jetzt!</a:t>
            </a:r>
            <a:br>
              <a:rPr lang="de-DE"/>
            </a:br>
            <a:r>
              <a:rPr lang="de-DE"/>
              <a:t>Haus </a:t>
            </a:r>
            <a:r>
              <a:rPr lang="de-DE" dirty="0"/>
              <a:t>wird abgerissen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01A20A9F-C500-42DF-BD55-16DA14836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Vielen Dank für Eure Aufmerksamkeit</a:t>
            </a:r>
          </a:p>
          <a:p>
            <a:endParaRPr lang="de-DE" dirty="0"/>
          </a:p>
          <a:p>
            <a:r>
              <a:rPr lang="de-DE" dirty="0"/>
              <a:t>Uwe Ricken</a:t>
            </a:r>
          </a:p>
          <a:p>
            <a:r>
              <a:rPr lang="de-DE" b="1" dirty="0" err="1">
                <a:solidFill>
                  <a:schemeClr val="accent1">
                    <a:lumMod val="50000"/>
                  </a:schemeClr>
                </a:solidFill>
              </a:rPr>
              <a:t>db</a:t>
            </a:r>
            <a:r>
              <a:rPr lang="de-DE" dirty="0"/>
              <a:t> Berater GmbH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8843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INDEXIERUNG</a:t>
            </a:r>
          </a:p>
        </p:txBody>
      </p:sp>
    </p:spTree>
    <p:extLst>
      <p:ext uri="{BB962C8B-B14F-4D97-AF65-F5344CB8AC3E}">
        <p14:creationId xmlns:p14="http://schemas.microsoft.com/office/powerpoint/2010/main" val="37301054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Anatomie eines Heaps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4572583" y="1167594"/>
            <a:ext cx="30777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itchFamily="34" charset="0"/>
              <a:buChar char="•"/>
            </a:pPr>
            <a:r>
              <a:rPr lang="de-DE" dirty="0"/>
              <a:t>Ein HEAP ist eine Tabelle ohne Ordnungskriterium.</a:t>
            </a:r>
          </a:p>
          <a:p>
            <a:pPr marL="214313" indent="-214313">
              <a:buFont typeface="Arial" pitchFamily="34" charset="0"/>
              <a:buChar char="•"/>
            </a:pPr>
            <a:endParaRPr lang="de-DE" dirty="0"/>
          </a:p>
          <a:p>
            <a:pPr marL="214313" indent="-214313">
              <a:buFont typeface="Arial" pitchFamily="34" charset="0"/>
              <a:buChar char="•"/>
            </a:pPr>
            <a:r>
              <a:rPr lang="de-DE" dirty="0"/>
              <a:t>Zwischen den einzelnen Datenseiten besteht KEINE direkte Verbindung</a:t>
            </a:r>
          </a:p>
        </p:txBody>
      </p:sp>
      <p:grpSp>
        <p:nvGrpSpPr>
          <p:cNvPr id="5" name="Gruppieren 4"/>
          <p:cNvGrpSpPr/>
          <p:nvPr/>
        </p:nvGrpSpPr>
        <p:grpSpPr>
          <a:xfrm>
            <a:off x="1547665" y="1221600"/>
            <a:ext cx="2970331" cy="2970330"/>
            <a:chOff x="539551" y="1628800"/>
            <a:chExt cx="3960441" cy="3960440"/>
          </a:xfrm>
        </p:grpSpPr>
        <p:sp>
          <p:nvSpPr>
            <p:cNvPr id="7" name="Rechteck 6"/>
            <p:cNvSpPr/>
            <p:nvPr/>
          </p:nvSpPr>
          <p:spPr>
            <a:xfrm>
              <a:off x="2127575" y="1628800"/>
              <a:ext cx="742583" cy="1587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R</a:t>
              </a:r>
            </a:p>
          </p:txBody>
        </p:sp>
        <p:sp>
          <p:nvSpPr>
            <p:cNvPr id="8" name="Rechteck 7"/>
            <p:cNvSpPr/>
            <p:nvPr/>
          </p:nvSpPr>
          <p:spPr>
            <a:xfrm>
              <a:off x="539551" y="4001955"/>
              <a:ext cx="742583" cy="158728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9" name="Rechteck 8"/>
            <p:cNvSpPr/>
            <p:nvPr/>
          </p:nvSpPr>
          <p:spPr>
            <a:xfrm>
              <a:off x="2148480" y="4001955"/>
              <a:ext cx="742583" cy="158728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0" name="Rechteck 9"/>
            <p:cNvSpPr/>
            <p:nvPr/>
          </p:nvSpPr>
          <p:spPr>
            <a:xfrm>
              <a:off x="3757409" y="4001955"/>
              <a:ext cx="742583" cy="158728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cxnSp>
          <p:nvCxnSpPr>
            <p:cNvPr id="20" name="Gerade Verbindung mit Pfeil 19"/>
            <p:cNvCxnSpPr>
              <a:stCxn id="7" idx="2"/>
              <a:endCxn id="8" idx="0"/>
            </p:cNvCxnSpPr>
            <p:nvPr/>
          </p:nvCxnSpPr>
          <p:spPr>
            <a:xfrm flipH="1">
              <a:off x="910844" y="3216083"/>
              <a:ext cx="1588024" cy="785872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/>
            <p:cNvCxnSpPr>
              <a:stCxn id="7" idx="2"/>
              <a:endCxn id="9" idx="0"/>
            </p:cNvCxnSpPr>
            <p:nvPr/>
          </p:nvCxnSpPr>
          <p:spPr>
            <a:xfrm>
              <a:off x="2498868" y="3216083"/>
              <a:ext cx="20905" cy="785872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/>
            <p:cNvCxnSpPr>
              <a:stCxn id="7" idx="2"/>
              <a:endCxn id="10" idx="0"/>
            </p:cNvCxnSpPr>
            <p:nvPr/>
          </p:nvCxnSpPr>
          <p:spPr>
            <a:xfrm>
              <a:off x="2498868" y="3216083"/>
              <a:ext cx="1629834" cy="785872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/>
          <p:cNvSpPr txBox="1"/>
          <p:nvPr/>
        </p:nvSpPr>
        <p:spPr>
          <a:xfrm>
            <a:off x="4572000" y="4587976"/>
            <a:ext cx="30777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50" b="1" dirty="0">
                <a:solidFill>
                  <a:schemeClr val="bg1"/>
                </a:solidFill>
              </a:rPr>
              <a:t>Demo: 0002 – </a:t>
            </a:r>
            <a:r>
              <a:rPr lang="de-DE" sz="1050" b="1" dirty="0" err="1">
                <a:solidFill>
                  <a:schemeClr val="bg1"/>
                </a:solidFill>
              </a:rPr>
              <a:t>anatomy</a:t>
            </a:r>
            <a:r>
              <a:rPr lang="de-DE" sz="1050" b="1" dirty="0">
                <a:solidFill>
                  <a:schemeClr val="bg1"/>
                </a:solidFill>
              </a:rPr>
              <a:t> </a:t>
            </a:r>
            <a:r>
              <a:rPr lang="de-DE" sz="1050" b="1" dirty="0" err="1">
                <a:solidFill>
                  <a:schemeClr val="bg1"/>
                </a:solidFill>
              </a:rPr>
              <a:t>of</a:t>
            </a:r>
            <a:r>
              <a:rPr lang="de-DE" sz="1050" b="1" dirty="0">
                <a:solidFill>
                  <a:schemeClr val="bg1"/>
                </a:solidFill>
              </a:rPr>
              <a:t> a </a:t>
            </a:r>
            <a:r>
              <a:rPr lang="de-DE" sz="1050" b="1" dirty="0" err="1">
                <a:solidFill>
                  <a:schemeClr val="bg1"/>
                </a:solidFill>
              </a:rPr>
              <a:t>heap.sql</a:t>
            </a:r>
            <a:endParaRPr lang="de-DE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6629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Anatomie eines CLUSTERED Index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23527" y="1131590"/>
            <a:ext cx="49564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itchFamily="34" charset="0"/>
              <a:buChar char="•"/>
            </a:pPr>
            <a:r>
              <a:rPr lang="de-DE" dirty="0"/>
              <a:t>Ein Clustered Index ist die Tabelle selbst, die nach einem Ordnungskriterium logisch sortiert ist.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de-DE" dirty="0"/>
              <a:t>Die unterste Ebene (Leafs) beinhalten die Daten.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de-DE" dirty="0"/>
              <a:t>Der Root Knoten (R) und die B-Tree-Ebenen (I) beinhalten Pointer auf Datenseiten, die sich in der nächsten Hierarchie befinden.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de-DE" dirty="0"/>
              <a:t>Es kann nur EINEN Clustered Index pro Tabelle geben.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5418302" y="1201520"/>
            <a:ext cx="3330162" cy="2828393"/>
            <a:chOff x="4572000" y="1602026"/>
            <a:chExt cx="4440216" cy="3771190"/>
          </a:xfrm>
        </p:grpSpPr>
        <p:sp>
          <p:nvSpPr>
            <p:cNvPr id="6" name="Rechteck 5"/>
            <p:cNvSpPr/>
            <p:nvPr/>
          </p:nvSpPr>
          <p:spPr>
            <a:xfrm>
              <a:off x="6563357" y="1602026"/>
              <a:ext cx="432048" cy="9443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R</a:t>
              </a:r>
            </a:p>
          </p:txBody>
        </p:sp>
        <p:sp>
          <p:nvSpPr>
            <p:cNvPr id="8" name="Rechteck 7"/>
            <p:cNvSpPr/>
            <p:nvPr/>
          </p:nvSpPr>
          <p:spPr>
            <a:xfrm>
              <a:off x="5639416" y="3013939"/>
              <a:ext cx="432048" cy="9443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I</a:t>
              </a:r>
            </a:p>
          </p:txBody>
        </p:sp>
        <p:sp>
          <p:nvSpPr>
            <p:cNvPr id="10" name="Rechteck 9"/>
            <p:cNvSpPr/>
            <p:nvPr/>
          </p:nvSpPr>
          <p:spPr>
            <a:xfrm>
              <a:off x="6575520" y="3013939"/>
              <a:ext cx="432048" cy="9443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I</a:t>
              </a:r>
            </a:p>
          </p:txBody>
        </p:sp>
        <p:sp>
          <p:nvSpPr>
            <p:cNvPr id="11" name="Rechteck 10"/>
            <p:cNvSpPr/>
            <p:nvPr/>
          </p:nvSpPr>
          <p:spPr>
            <a:xfrm>
              <a:off x="7511624" y="3013939"/>
              <a:ext cx="432048" cy="9443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I</a:t>
              </a:r>
            </a:p>
          </p:txBody>
        </p:sp>
        <p:sp>
          <p:nvSpPr>
            <p:cNvPr id="13" name="Rechteck 12"/>
            <p:cNvSpPr/>
            <p:nvPr/>
          </p:nvSpPr>
          <p:spPr>
            <a:xfrm>
              <a:off x="4572000" y="4416373"/>
              <a:ext cx="432048" cy="9443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4" name="Rechteck 13"/>
            <p:cNvSpPr/>
            <p:nvPr/>
          </p:nvSpPr>
          <p:spPr>
            <a:xfrm>
              <a:off x="5240028" y="4418454"/>
              <a:ext cx="432048" cy="9443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5908056" y="4420534"/>
              <a:ext cx="432048" cy="9443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6" name="Rechteck 15"/>
            <p:cNvSpPr/>
            <p:nvPr/>
          </p:nvSpPr>
          <p:spPr>
            <a:xfrm>
              <a:off x="6576084" y="4422615"/>
              <a:ext cx="432048" cy="9443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7" name="Rechteck 16"/>
            <p:cNvSpPr/>
            <p:nvPr/>
          </p:nvSpPr>
          <p:spPr>
            <a:xfrm>
              <a:off x="7244112" y="4424696"/>
              <a:ext cx="432048" cy="9443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8" name="Rechteck 17"/>
            <p:cNvSpPr/>
            <p:nvPr/>
          </p:nvSpPr>
          <p:spPr>
            <a:xfrm>
              <a:off x="7912140" y="4426776"/>
              <a:ext cx="432048" cy="9443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8580168" y="4428858"/>
              <a:ext cx="432048" cy="94435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L</a:t>
              </a:r>
            </a:p>
          </p:txBody>
        </p:sp>
        <p:cxnSp>
          <p:nvCxnSpPr>
            <p:cNvPr id="21" name="Gerade Verbindung mit Pfeil 20"/>
            <p:cNvCxnSpPr>
              <a:stCxn id="6" idx="2"/>
              <a:endCxn id="8" idx="0"/>
            </p:cNvCxnSpPr>
            <p:nvPr/>
          </p:nvCxnSpPr>
          <p:spPr>
            <a:xfrm flipH="1">
              <a:off x="5855441" y="2546383"/>
              <a:ext cx="923941" cy="46755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/>
            <p:cNvCxnSpPr>
              <a:stCxn id="6" idx="2"/>
              <a:endCxn id="10" idx="0"/>
            </p:cNvCxnSpPr>
            <p:nvPr/>
          </p:nvCxnSpPr>
          <p:spPr>
            <a:xfrm>
              <a:off x="6779382" y="2546383"/>
              <a:ext cx="12163" cy="46755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/>
            <p:cNvCxnSpPr>
              <a:stCxn id="6" idx="2"/>
              <a:endCxn id="11" idx="0"/>
            </p:cNvCxnSpPr>
            <p:nvPr/>
          </p:nvCxnSpPr>
          <p:spPr>
            <a:xfrm>
              <a:off x="6779382" y="2546383"/>
              <a:ext cx="948267" cy="46755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/>
            <p:cNvCxnSpPr>
              <a:stCxn id="8" idx="2"/>
              <a:endCxn id="13" idx="0"/>
            </p:cNvCxnSpPr>
            <p:nvPr/>
          </p:nvCxnSpPr>
          <p:spPr>
            <a:xfrm flipH="1">
              <a:off x="4788024" y="3958298"/>
              <a:ext cx="1067416" cy="45807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/>
            <p:cNvCxnSpPr>
              <a:stCxn id="8" idx="2"/>
              <a:endCxn id="14" idx="0"/>
            </p:cNvCxnSpPr>
            <p:nvPr/>
          </p:nvCxnSpPr>
          <p:spPr>
            <a:xfrm flipH="1">
              <a:off x="5456052" y="3958298"/>
              <a:ext cx="399388" cy="46015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/>
            <p:cNvCxnSpPr>
              <a:stCxn id="10" idx="2"/>
              <a:endCxn id="15" idx="0"/>
            </p:cNvCxnSpPr>
            <p:nvPr/>
          </p:nvCxnSpPr>
          <p:spPr>
            <a:xfrm flipH="1">
              <a:off x="6124080" y="3958298"/>
              <a:ext cx="667464" cy="462237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/>
            <p:cNvCxnSpPr>
              <a:stCxn id="10" idx="2"/>
              <a:endCxn id="16" idx="0"/>
            </p:cNvCxnSpPr>
            <p:nvPr/>
          </p:nvCxnSpPr>
          <p:spPr>
            <a:xfrm>
              <a:off x="6791544" y="3958298"/>
              <a:ext cx="564" cy="4643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/>
            <p:cNvCxnSpPr>
              <a:stCxn id="10" idx="2"/>
              <a:endCxn id="17" idx="0"/>
            </p:cNvCxnSpPr>
            <p:nvPr/>
          </p:nvCxnSpPr>
          <p:spPr>
            <a:xfrm>
              <a:off x="6791544" y="3958298"/>
              <a:ext cx="668592" cy="46639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/>
            <p:cNvCxnSpPr>
              <a:stCxn id="11" idx="2"/>
              <a:endCxn id="18" idx="0"/>
            </p:cNvCxnSpPr>
            <p:nvPr/>
          </p:nvCxnSpPr>
          <p:spPr>
            <a:xfrm>
              <a:off x="7727648" y="3958298"/>
              <a:ext cx="400516" cy="46848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mit Pfeil 30"/>
            <p:cNvCxnSpPr>
              <a:stCxn id="11" idx="2"/>
              <a:endCxn id="19" idx="0"/>
            </p:cNvCxnSpPr>
            <p:nvPr/>
          </p:nvCxnSpPr>
          <p:spPr>
            <a:xfrm>
              <a:off x="7727648" y="3958298"/>
              <a:ext cx="1068544" cy="47056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mit Pfeil 32"/>
            <p:cNvCxnSpPr>
              <a:stCxn id="8" idx="3"/>
              <a:endCxn id="10" idx="1"/>
            </p:cNvCxnSpPr>
            <p:nvPr/>
          </p:nvCxnSpPr>
          <p:spPr>
            <a:xfrm>
              <a:off x="6071464" y="3486118"/>
              <a:ext cx="504056" cy="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mit Pfeil 33"/>
            <p:cNvCxnSpPr>
              <a:stCxn id="10" idx="3"/>
              <a:endCxn id="11" idx="1"/>
            </p:cNvCxnSpPr>
            <p:nvPr/>
          </p:nvCxnSpPr>
          <p:spPr>
            <a:xfrm>
              <a:off x="7007568" y="3486118"/>
              <a:ext cx="504056" cy="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/>
            <p:cNvCxnSpPr>
              <a:stCxn id="13" idx="3"/>
              <a:endCxn id="14" idx="1"/>
            </p:cNvCxnSpPr>
            <p:nvPr/>
          </p:nvCxnSpPr>
          <p:spPr>
            <a:xfrm>
              <a:off x="5004048" y="4888552"/>
              <a:ext cx="235980" cy="208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/>
            <p:cNvCxnSpPr>
              <a:stCxn id="14" idx="3"/>
              <a:endCxn id="15" idx="1"/>
            </p:cNvCxnSpPr>
            <p:nvPr/>
          </p:nvCxnSpPr>
          <p:spPr>
            <a:xfrm>
              <a:off x="5672076" y="4890633"/>
              <a:ext cx="235980" cy="208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/>
            <p:cNvCxnSpPr>
              <a:stCxn id="15" idx="3"/>
              <a:endCxn id="16" idx="1"/>
            </p:cNvCxnSpPr>
            <p:nvPr/>
          </p:nvCxnSpPr>
          <p:spPr>
            <a:xfrm>
              <a:off x="6340104" y="4892714"/>
              <a:ext cx="235980" cy="208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8"/>
            <p:cNvCxnSpPr>
              <a:stCxn id="16" idx="3"/>
              <a:endCxn id="17" idx="1"/>
            </p:cNvCxnSpPr>
            <p:nvPr/>
          </p:nvCxnSpPr>
          <p:spPr>
            <a:xfrm>
              <a:off x="7008132" y="4894794"/>
              <a:ext cx="235980" cy="208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/>
            <p:cNvCxnSpPr>
              <a:stCxn id="17" idx="3"/>
              <a:endCxn id="18" idx="1"/>
            </p:cNvCxnSpPr>
            <p:nvPr/>
          </p:nvCxnSpPr>
          <p:spPr>
            <a:xfrm>
              <a:off x="7676160" y="4896876"/>
              <a:ext cx="235980" cy="208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/>
            <p:cNvCxnSpPr>
              <a:stCxn id="18" idx="3"/>
              <a:endCxn id="19" idx="1"/>
            </p:cNvCxnSpPr>
            <p:nvPr/>
          </p:nvCxnSpPr>
          <p:spPr>
            <a:xfrm>
              <a:off x="8344188" y="4898956"/>
              <a:ext cx="235980" cy="208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80625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Anatomie eines “Non Clustered Index”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851920" y="1167595"/>
            <a:ext cx="49682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itchFamily="34" charset="0"/>
              <a:buChar char="•"/>
            </a:pPr>
            <a:r>
              <a:rPr lang="de-DE" dirty="0"/>
              <a:t>Non </a:t>
            </a:r>
            <a:r>
              <a:rPr lang="de-DE" dirty="0" err="1"/>
              <a:t>clustered</a:t>
            </a:r>
            <a:r>
              <a:rPr lang="de-DE" dirty="0"/>
              <a:t> </a:t>
            </a:r>
            <a:r>
              <a:rPr lang="de-DE" dirty="0" err="1"/>
              <a:t>indexe</a:t>
            </a:r>
            <a:r>
              <a:rPr lang="de-DE" dirty="0"/>
              <a:t> haben die gleiche B-</a:t>
            </a:r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wie Clustered Indexe mit zwei signifikanten Unterschieden:  </a:t>
            </a:r>
          </a:p>
          <a:p>
            <a:pPr marL="557213" lvl="1" indent="-214313">
              <a:buFont typeface="Arial" pitchFamily="34" charset="0"/>
              <a:buChar char="•"/>
            </a:pPr>
            <a:r>
              <a:rPr lang="de-DE" dirty="0"/>
              <a:t>Der Index beinhaltet ausschließlich Daten, die durch die Indexdefinition in den Index aufgenommen werden.</a:t>
            </a:r>
          </a:p>
          <a:p>
            <a:pPr marL="557213" lvl="1" indent="-214313">
              <a:buFont typeface="Arial" pitchFamily="34" charset="0"/>
              <a:buChar char="•"/>
            </a:pPr>
            <a:endParaRPr lang="de-DE" dirty="0"/>
          </a:p>
          <a:p>
            <a:pPr marL="557213" lvl="1" indent="-214313">
              <a:buFont typeface="Arial" pitchFamily="34" charset="0"/>
              <a:buChar char="•"/>
            </a:pPr>
            <a:r>
              <a:rPr lang="de-DE" dirty="0"/>
              <a:t>Fehlende Informationen müssen IMMER aus dem Clustered Index / Heap ermittelt werden!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31590"/>
            <a:ext cx="2785622" cy="3419972"/>
          </a:xfrm>
          <a:prstGeom prst="rect">
            <a:avLst/>
          </a:prstGeom>
        </p:spPr>
      </p:pic>
      <p:sp>
        <p:nvSpPr>
          <p:cNvPr id="4" name="Textfeld 3">
            <a:hlinkClick r:id="rId3"/>
          </p:cNvPr>
          <p:cNvSpPr txBox="1"/>
          <p:nvPr/>
        </p:nvSpPr>
        <p:spPr>
          <a:xfrm>
            <a:off x="323528" y="4624389"/>
            <a:ext cx="306518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50" dirty="0">
                <a:solidFill>
                  <a:schemeClr val="bg1"/>
                </a:solidFill>
                <a:hlinkClick r:id="rId3"/>
              </a:rPr>
              <a:t>http://technet.microsoft.com/en-us/library/ms177484.aspx</a:t>
            </a:r>
            <a:endParaRPr lang="de-DE" sz="7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271805"/>
      </p:ext>
    </p:extLst>
  </p:cSld>
  <p:clrMapOvr>
    <a:masterClrMapping/>
  </p:clrMapOvr>
</p:sld>
</file>

<file path=ppt/theme/theme1.xml><?xml version="1.0" encoding="utf-8"?>
<a:theme xmlns:a="http://schemas.openxmlformats.org/drawingml/2006/main" name="1_SQLKonferenz_PPT_Vorlage_16zu9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-gmbh.potx" id="{AD397B56-4898-4AF3-9AB9-03EEE42D085F}" vid="{01EE57B7-82FE-4A4F-A06B-31462649C88F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Analysis of SQL Server</Template>
  <TotalTime>0</TotalTime>
  <Words>2288</Words>
  <Application>Microsoft Office PowerPoint</Application>
  <PresentationFormat>Bildschirmpräsentation (16:9)</PresentationFormat>
  <Paragraphs>490</Paragraphs>
  <Slides>44</Slides>
  <Notes>2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51" baseType="lpstr">
      <vt:lpstr>Arial</vt:lpstr>
      <vt:lpstr>Calibri</vt:lpstr>
      <vt:lpstr>Consolas</vt:lpstr>
      <vt:lpstr>Lucida Console</vt:lpstr>
      <vt:lpstr>Segoe UI</vt:lpstr>
      <vt:lpstr>Tahoma</vt:lpstr>
      <vt:lpstr>1_SQLKonferenz_PPT_Vorlage_16zu9</vt:lpstr>
      <vt:lpstr>Einführung / Grundlagen Microsoft SQL Server</vt:lpstr>
      <vt:lpstr>Uwe Ricken db Berater GmbH</vt:lpstr>
      <vt:lpstr>Standard-Seminarzeiten</vt:lpstr>
      <vt:lpstr>Agenda</vt:lpstr>
      <vt:lpstr>Agenda</vt:lpstr>
      <vt:lpstr>Begrifflichkeiten</vt:lpstr>
      <vt:lpstr>Nomenklatur</vt:lpstr>
      <vt:lpstr>Relationale Datenbanksysteme</vt:lpstr>
      <vt:lpstr>Relationale Datenbanksysteme</vt:lpstr>
      <vt:lpstr>Datenbankschlüssel</vt:lpstr>
      <vt:lpstr>Normalformen</vt:lpstr>
      <vt:lpstr>Normalisierung</vt:lpstr>
      <vt:lpstr>Abhängigkeiten</vt:lpstr>
      <vt:lpstr>Normalformen</vt:lpstr>
      <vt:lpstr>1. Normalform</vt:lpstr>
      <vt:lpstr>1. Normalform</vt:lpstr>
      <vt:lpstr>1. Normalform</vt:lpstr>
      <vt:lpstr>2. Normalform</vt:lpstr>
      <vt:lpstr>2. Normalform</vt:lpstr>
      <vt:lpstr>2. Normalform</vt:lpstr>
      <vt:lpstr>3. Normalform</vt:lpstr>
      <vt:lpstr>3. Normalform</vt:lpstr>
      <vt:lpstr>3. Normalform</vt:lpstr>
      <vt:lpstr>JOINS</vt:lpstr>
      <vt:lpstr>JOIN (SQL)</vt:lpstr>
      <vt:lpstr>JOINS: Kombinationen</vt:lpstr>
      <vt:lpstr>PowerPoint-Präsentation</vt:lpstr>
      <vt:lpstr>Ausgabe von Daten - SELECT</vt:lpstr>
      <vt:lpstr>SQL Server Security Grundlagen</vt:lpstr>
      <vt:lpstr>Agenda</vt:lpstr>
      <vt:lpstr>Nomenklatur</vt:lpstr>
      <vt:lpstr>Das ehrenwerte Haus (Server)</vt:lpstr>
      <vt:lpstr>Schlüsselübergabe durch Personalausweis</vt:lpstr>
      <vt:lpstr>Erstellen eines Logins (Windows) </vt:lpstr>
      <vt:lpstr>Schlüsselübergabe durch Eigentümer</vt:lpstr>
      <vt:lpstr>Schlüsselübergabe durch Eigentümer</vt:lpstr>
      <vt:lpstr>Zugang zum ehrenwerten Haus</vt:lpstr>
      <vt:lpstr>Zutritt in die Wohnung</vt:lpstr>
      <vt:lpstr>Schemata</vt:lpstr>
      <vt:lpstr>So, raus jetzt! Haus wird abgerissen</vt:lpstr>
      <vt:lpstr>INDEXIERUNG</vt:lpstr>
      <vt:lpstr>Anatomie eines Heaps</vt:lpstr>
      <vt:lpstr>Anatomie eines CLUSTERED Index</vt:lpstr>
      <vt:lpstr>Anatomie eines “Non Clustered Index”</vt:lpstr>
    </vt:vector>
  </TitlesOfParts>
  <Company>Deutsche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Uwe Ricken</dc:creator>
  <cp:lastModifiedBy>Uwe Ricken</cp:lastModifiedBy>
  <cp:revision>320</cp:revision>
  <dcterms:created xsi:type="dcterms:W3CDTF">2010-12-15T07:48:43Z</dcterms:created>
  <dcterms:modified xsi:type="dcterms:W3CDTF">2024-04-30T05:45:07Z</dcterms:modified>
</cp:coreProperties>
</file>