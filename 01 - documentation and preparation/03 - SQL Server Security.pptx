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86" r:id="rId2"/>
  </p:sldMasterIdLst>
  <p:sldIdLst>
    <p:sldId id="256" r:id="rId3"/>
    <p:sldId id="381" r:id="rId4"/>
    <p:sldId id="258" r:id="rId5"/>
    <p:sldId id="260" r:id="rId6"/>
    <p:sldId id="259" r:id="rId7"/>
    <p:sldId id="261" r:id="rId8"/>
    <p:sldId id="262" r:id="rId9"/>
    <p:sldId id="264" r:id="rId10"/>
    <p:sldId id="273" r:id="rId11"/>
    <p:sldId id="266" r:id="rId12"/>
    <p:sldId id="275" r:id="rId13"/>
    <p:sldId id="277" r:id="rId14"/>
    <p:sldId id="267" r:id="rId15"/>
    <p:sldId id="276" r:id="rId16"/>
    <p:sldId id="269" r:id="rId17"/>
    <p:sldId id="274" r:id="rId18"/>
  </p:sldIdLst>
  <p:sldSz cx="12192000" cy="6858000"/>
  <p:notesSz cx="6858000" cy="9144000"/>
  <p:defaultTextStyle>
    <a:defPPr>
      <a:defRPr lang="de-DE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74BC2-2D1D-43A5-B04B-BBB6FF2B3E0F}" v="9" dt="2026-04-09T03:42:38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67" y="45"/>
      </p:cViewPr>
      <p:guideLst>
        <p:guide orient="horz" pos="2160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E77B627B-1F43-41A9-9F24-D4BB31BF6050}"/>
    <pc:docChg chg="undo custSel addSld delSld modSld">
      <pc:chgData name="Uwe Ricken" userId="f02567aecbed924b" providerId="LiveId" clId="{E77B627B-1F43-41A9-9F24-D4BB31BF6050}" dt="2026-04-09T03:42:38.708" v="57" actId="1076"/>
      <pc:docMkLst>
        <pc:docMk/>
      </pc:docMkLst>
      <pc:sldChg chg="addSp delSp modSp mod chgLayout">
        <pc:chgData name="Uwe Ricken" userId="f02567aecbed924b" providerId="LiveId" clId="{E77B627B-1F43-41A9-9F24-D4BB31BF6050}" dt="2026-04-09T03:39:07.847" v="30" actId="6264"/>
        <pc:sldMkLst>
          <pc:docMk/>
          <pc:sldMk cId="1273054363" sldId="256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273054363" sldId="256"/>
            <ac:spMk id="2" creationId="{00000000-0000-0000-0000-000000000000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273054363" sldId="256"/>
            <ac:spMk id="3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273054363" sldId="256"/>
            <ac:spMk id="4" creationId="{0A547289-D99E-A9CE-CED2-204D94955052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273054363" sldId="256"/>
            <ac:spMk id="5" creationId="{C86443DF-652A-263F-8C7A-285594290A69}"/>
          </ac:spMkLst>
        </pc:spChg>
      </pc:sldChg>
      <pc:sldChg chg="modSp del">
        <pc:chgData name="Uwe Ricken" userId="f02567aecbed924b" providerId="LiveId" clId="{E77B627B-1F43-41A9-9F24-D4BB31BF6050}" dt="2026-04-09T03:36:20.935" v="3" actId="2696"/>
        <pc:sldMkLst>
          <pc:docMk/>
          <pc:sldMk cId="797114330" sldId="257"/>
        </pc:sldMkLst>
        <pc:spChg chg="mod">
          <ac:chgData name="Uwe Ricken" userId="f02567aecbed924b" providerId="LiveId" clId="{E77B627B-1F43-41A9-9F24-D4BB31BF6050}" dt="2026-04-09T03:35:45.830" v="0"/>
          <ac:spMkLst>
            <pc:docMk/>
            <pc:sldMk cId="797114330" sldId="257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6-04-09T03:35:45.830" v="0"/>
          <ac:spMkLst>
            <pc:docMk/>
            <pc:sldMk cId="797114330" sldId="257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4-09T03:35:45.830" v="0"/>
          <ac:spMkLst>
            <pc:docMk/>
            <pc:sldMk cId="797114330" sldId="257"/>
            <ac:spMk id="6" creationId="{00000000-0000-0000-0000-000000000000}"/>
          </ac:spMkLst>
        </pc:spChg>
      </pc:sldChg>
      <pc:sldChg chg="addSp delSp modSp mod chgLayout">
        <pc:chgData name="Uwe Ricken" userId="f02567aecbed924b" providerId="LiveId" clId="{E77B627B-1F43-41A9-9F24-D4BB31BF6050}" dt="2026-04-09T03:39:07.847" v="30" actId="6264"/>
        <pc:sldMkLst>
          <pc:docMk/>
          <pc:sldMk cId="2611172570" sldId="258"/>
        </pc:sldMkLst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611172570" sldId="258"/>
            <ac:spMk id="2" creationId="{C601A889-57E7-ABF2-357B-8BB67BF96647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611172570" sldId="258"/>
            <ac:spMk id="3" creationId="{CEEE5861-088E-FC9D-3F14-297C135F9D91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611172570" sldId="258"/>
            <ac:spMk id="5" creationId="{00000000-0000-0000-0000-000000000000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611172570" sldId="258"/>
            <ac:spMk id="6" creationId="{00000000-0000-0000-0000-000000000000}"/>
          </ac:spMkLst>
        </pc:spChg>
      </pc:sldChg>
      <pc:sldChg chg="addSp delSp modSp mod chgLayout">
        <pc:chgData name="Uwe Ricken" userId="f02567aecbed924b" providerId="LiveId" clId="{E77B627B-1F43-41A9-9F24-D4BB31BF6050}" dt="2026-04-09T03:39:07.847" v="30" actId="6264"/>
        <pc:sldMkLst>
          <pc:docMk/>
          <pc:sldMk cId="1975270146" sldId="259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975270146" sldId="259"/>
            <ac:spMk id="2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975270146" sldId="259"/>
            <ac:spMk id="3" creationId="{B6542E9F-1292-EB8D-A876-D3BB4350593B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975270146" sldId="259"/>
            <ac:spMk id="4" creationId="{E08241BC-C550-7363-35EB-1E7288751D56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975270146" sldId="259"/>
            <ac:spMk id="5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975270146" sldId="259"/>
            <ac:spMk id="9" creationId="{AC0DA93B-A06D-7D1C-5BE3-1A285328B2E1}"/>
          </ac:spMkLst>
        </pc:spChg>
        <pc:picChg chg="mod ord">
          <ac:chgData name="Uwe Ricken" userId="f02567aecbed924b" providerId="LiveId" clId="{E77B627B-1F43-41A9-9F24-D4BB31BF6050}" dt="2026-04-09T03:39:07.847" v="30" actId="6264"/>
          <ac:picMkLst>
            <pc:docMk/>
            <pc:sldMk cId="1975270146" sldId="259"/>
            <ac:picMk id="6" creationId="{00000000-0000-0000-0000-000000000000}"/>
          </ac:picMkLst>
        </pc:picChg>
      </pc:sldChg>
      <pc:sldChg chg="addSp delSp modSp mod chgLayout">
        <pc:chgData name="Uwe Ricken" userId="f02567aecbed924b" providerId="LiveId" clId="{E77B627B-1F43-41A9-9F24-D4BB31BF6050}" dt="2026-04-09T03:39:07.847" v="30" actId="6264"/>
        <pc:sldMkLst>
          <pc:docMk/>
          <pc:sldMk cId="2568267702" sldId="260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568267702" sldId="260"/>
            <ac:spMk id="2" creationId="{00000000-0000-0000-0000-000000000000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568267702" sldId="260"/>
            <ac:spMk id="3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568267702" sldId="260"/>
            <ac:spMk id="4" creationId="{665111DA-062F-368D-7E2E-31156E5A25DF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568267702" sldId="260"/>
            <ac:spMk id="5" creationId="{4D4E701A-9C44-7D46-210D-D78C90BEF906}"/>
          </ac:spMkLst>
        </pc:spChg>
      </pc:sldChg>
      <pc:sldChg chg="addSp delSp modSp mod chgLayout">
        <pc:chgData name="Uwe Ricken" userId="f02567aecbed924b" providerId="LiveId" clId="{E77B627B-1F43-41A9-9F24-D4BB31BF6050}" dt="2026-04-09T03:40:42.171" v="44" actId="478"/>
        <pc:sldMkLst>
          <pc:docMk/>
          <pc:sldMk cId="4064865195" sldId="261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4064865195" sldId="261"/>
            <ac:spMk id="2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4064865195" sldId="261"/>
            <ac:spMk id="3" creationId="{ED120305-01C1-9C6E-0F01-3A114951488D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4064865195" sldId="261"/>
            <ac:spMk id="4" creationId="{C7FD262C-6280-B642-22AF-ABB1D4B27797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4064865195" sldId="261"/>
            <ac:spMk id="5" creationId="{D924728F-5804-5F7B-9ED6-082AAF8DE4C4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4064865195" sldId="261"/>
            <ac:spMk id="6" creationId="{00000000-0000-0000-0000-000000000000}"/>
          </ac:spMkLst>
        </pc:spChg>
        <pc:spChg chg="del">
          <ac:chgData name="Uwe Ricken" userId="f02567aecbed924b" providerId="LiveId" clId="{E77B627B-1F43-41A9-9F24-D4BB31BF6050}" dt="2026-04-09T03:40:35.596" v="42" actId="478"/>
          <ac:spMkLst>
            <pc:docMk/>
            <pc:sldMk cId="4064865195" sldId="261"/>
            <ac:spMk id="8" creationId="{00000000-0000-0000-0000-000000000000}"/>
          </ac:spMkLst>
        </pc:spChg>
        <pc:spChg chg="del">
          <ac:chgData name="Uwe Ricken" userId="f02567aecbed924b" providerId="LiveId" clId="{E77B627B-1F43-41A9-9F24-D4BB31BF6050}" dt="2026-04-09T03:40:26.015" v="41" actId="478"/>
          <ac:spMkLst>
            <pc:docMk/>
            <pc:sldMk cId="4064865195" sldId="261"/>
            <ac:spMk id="10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40:42.171" v="44" actId="478"/>
          <ac:spMkLst>
            <pc:docMk/>
            <pc:sldMk cId="4064865195" sldId="261"/>
            <ac:spMk id="11" creationId="{B6BFAEC3-2510-4B09-8421-26967253F00C}"/>
          </ac:spMkLst>
        </pc:spChg>
        <pc:spChg chg="mod">
          <ac:chgData name="Uwe Ricken" userId="f02567aecbed924b" providerId="LiveId" clId="{E77B627B-1F43-41A9-9F24-D4BB31BF6050}" dt="2026-04-09T03:40:39.465" v="43"/>
          <ac:spMkLst>
            <pc:docMk/>
            <pc:sldMk cId="4064865195" sldId="261"/>
            <ac:spMk id="13" creationId="{F5D25791-FE7E-C744-24CB-D34ABAE94968}"/>
          </ac:spMkLst>
        </pc:spChg>
        <pc:spChg chg="mod">
          <ac:chgData name="Uwe Ricken" userId="f02567aecbed924b" providerId="LiveId" clId="{E77B627B-1F43-41A9-9F24-D4BB31BF6050}" dt="2026-04-09T03:40:39.465" v="43"/>
          <ac:spMkLst>
            <pc:docMk/>
            <pc:sldMk cId="4064865195" sldId="261"/>
            <ac:spMk id="14" creationId="{6A39B3C7-0700-B646-57DF-B2B74892A0F6}"/>
          </ac:spMkLst>
        </pc:spChg>
        <pc:grpChg chg="add mod">
          <ac:chgData name="Uwe Ricken" userId="f02567aecbed924b" providerId="LiveId" clId="{E77B627B-1F43-41A9-9F24-D4BB31BF6050}" dt="2026-04-09T03:40:39.465" v="43"/>
          <ac:grpSpMkLst>
            <pc:docMk/>
            <pc:sldMk cId="4064865195" sldId="261"/>
            <ac:grpSpMk id="12" creationId="{08E4521F-F120-5940-1E73-61ADD4B0003B}"/>
          </ac:grpSpMkLst>
        </pc:grpChg>
        <pc:picChg chg="del mod ord">
          <ac:chgData name="Uwe Ricken" userId="f02567aecbed924b" providerId="LiveId" clId="{E77B627B-1F43-41A9-9F24-D4BB31BF6050}" dt="2026-04-09T03:40:26.015" v="41" actId="478"/>
          <ac:picMkLst>
            <pc:docMk/>
            <pc:sldMk cId="4064865195" sldId="261"/>
            <ac:picMk id="7" creationId="{00000000-0000-0000-0000-000000000000}"/>
          </ac:picMkLst>
        </pc:picChg>
        <pc:picChg chg="mod">
          <ac:chgData name="Uwe Ricken" userId="f02567aecbed924b" providerId="LiveId" clId="{E77B627B-1F43-41A9-9F24-D4BB31BF6050}" dt="2026-04-09T03:40:39.465" v="43"/>
          <ac:picMkLst>
            <pc:docMk/>
            <pc:sldMk cId="4064865195" sldId="261"/>
            <ac:picMk id="15" creationId="{11BC749A-C78C-D818-FC13-63A29246A3CF}"/>
          </ac:picMkLst>
        </pc:picChg>
      </pc:sldChg>
      <pc:sldChg chg="addSp delSp modSp mod chgLayout">
        <pc:chgData name="Uwe Ricken" userId="f02567aecbed924b" providerId="LiveId" clId="{E77B627B-1F43-41A9-9F24-D4BB31BF6050}" dt="2026-04-09T03:40:14.729" v="40" actId="478"/>
        <pc:sldMkLst>
          <pc:docMk/>
          <pc:sldMk cId="2713527489" sldId="262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713527489" sldId="262"/>
            <ac:spMk id="2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713527489" sldId="262"/>
            <ac:spMk id="3" creationId="{E85BE5E6-349F-542B-55ED-1D6DC10E918B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713527489" sldId="262"/>
            <ac:spMk id="4" creationId="{195EAE86-3451-1FC8-A681-4A6A93B9A6DC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713527489" sldId="262"/>
            <ac:spMk id="6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713527489" sldId="262"/>
            <ac:spMk id="7" creationId="{E35DA27D-D24D-C4FC-7A5A-14C12C66DEE0}"/>
          </ac:spMkLst>
        </pc:spChg>
        <pc:spChg chg="add del mod">
          <ac:chgData name="Uwe Ricken" userId="f02567aecbed924b" providerId="LiveId" clId="{E77B627B-1F43-41A9-9F24-D4BB31BF6050}" dt="2026-04-09T03:40:04.862" v="37" actId="164"/>
          <ac:spMkLst>
            <pc:docMk/>
            <pc:sldMk cId="2713527489" sldId="262"/>
            <ac:spMk id="8" creationId="{00000000-0000-0000-0000-000000000000}"/>
          </ac:spMkLst>
        </pc:spChg>
        <pc:spChg chg="mod">
          <ac:chgData name="Uwe Ricken" userId="f02567aecbed924b" providerId="LiveId" clId="{E77B627B-1F43-41A9-9F24-D4BB31BF6050}" dt="2026-04-09T03:40:04.862" v="37" actId="164"/>
          <ac:spMkLst>
            <pc:docMk/>
            <pc:sldMk cId="2713527489" sldId="262"/>
            <ac:spMk id="10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40:14.729" v="40" actId="478"/>
          <ac:spMkLst>
            <pc:docMk/>
            <pc:sldMk cId="2713527489" sldId="262"/>
            <ac:spMk id="13" creationId="{B4EAB4AB-F803-7095-DDA6-95D1182DDF8A}"/>
          </ac:spMkLst>
        </pc:spChg>
        <pc:spChg chg="mod">
          <ac:chgData name="Uwe Ricken" userId="f02567aecbed924b" providerId="LiveId" clId="{E77B627B-1F43-41A9-9F24-D4BB31BF6050}" dt="2026-04-09T03:40:09.819" v="39"/>
          <ac:spMkLst>
            <pc:docMk/>
            <pc:sldMk cId="2713527489" sldId="262"/>
            <ac:spMk id="16" creationId="{00000000-0000-0000-0000-000000000000}"/>
          </ac:spMkLst>
        </pc:spChg>
        <pc:spChg chg="mod">
          <ac:chgData name="Uwe Ricken" userId="f02567aecbed924b" providerId="LiveId" clId="{E77B627B-1F43-41A9-9F24-D4BB31BF6050}" dt="2026-04-09T03:40:09.819" v="39"/>
          <ac:spMkLst>
            <pc:docMk/>
            <pc:sldMk cId="2713527489" sldId="262"/>
            <ac:spMk id="17" creationId="{00000000-0000-0000-0000-000000000000}"/>
          </ac:spMkLst>
        </pc:spChg>
        <pc:grpChg chg="add del mod">
          <ac:chgData name="Uwe Ricken" userId="f02567aecbed924b" providerId="LiveId" clId="{E77B627B-1F43-41A9-9F24-D4BB31BF6050}" dt="2026-04-09T03:40:06.696" v="38" actId="21"/>
          <ac:grpSpMkLst>
            <pc:docMk/>
            <pc:sldMk cId="2713527489" sldId="262"/>
            <ac:grpSpMk id="14" creationId="{D3617992-D527-A4A5-34A6-D1062E8EB967}"/>
          </ac:grpSpMkLst>
        </pc:grpChg>
        <pc:grpChg chg="add mod">
          <ac:chgData name="Uwe Ricken" userId="f02567aecbed924b" providerId="LiveId" clId="{E77B627B-1F43-41A9-9F24-D4BB31BF6050}" dt="2026-04-09T03:40:09.819" v="39"/>
          <ac:grpSpMkLst>
            <pc:docMk/>
            <pc:sldMk cId="2713527489" sldId="262"/>
            <ac:grpSpMk id="15" creationId="{D3617992-D527-A4A5-34A6-D1062E8EB967}"/>
          </ac:grpSpMkLst>
        </pc:grpChg>
        <pc:picChg chg="del">
          <ac:chgData name="Uwe Ricken" userId="f02567aecbed924b" providerId="LiveId" clId="{E77B627B-1F43-41A9-9F24-D4BB31BF6050}" dt="2026-04-09T03:37:33.170" v="18" actId="478"/>
          <ac:picMkLst>
            <pc:docMk/>
            <pc:sldMk cId="2713527489" sldId="262"/>
            <ac:picMk id="5" creationId="{00000000-0000-0000-0000-000000000000}"/>
          </ac:picMkLst>
        </pc:picChg>
        <pc:picChg chg="del mod ord">
          <ac:chgData name="Uwe Ricken" userId="f02567aecbed924b" providerId="LiveId" clId="{E77B627B-1F43-41A9-9F24-D4BB31BF6050}" dt="2026-04-09T03:39:41.078" v="34" actId="478"/>
          <ac:picMkLst>
            <pc:docMk/>
            <pc:sldMk cId="2713527489" sldId="262"/>
            <ac:picMk id="9" creationId="{00000000-0000-0000-0000-000000000000}"/>
          </ac:picMkLst>
        </pc:picChg>
        <pc:picChg chg="mod">
          <ac:chgData name="Uwe Ricken" userId="f02567aecbed924b" providerId="LiveId" clId="{E77B627B-1F43-41A9-9F24-D4BB31BF6050}" dt="2026-04-09T03:40:04.862" v="37" actId="164"/>
          <ac:picMkLst>
            <pc:docMk/>
            <pc:sldMk cId="2713527489" sldId="262"/>
            <ac:picMk id="11" creationId="{FD32BEE7-9206-4AE1-B31D-DF5FD72DAA39}"/>
          </ac:picMkLst>
        </pc:picChg>
        <pc:picChg chg="mod">
          <ac:chgData name="Uwe Ricken" userId="f02567aecbed924b" providerId="LiveId" clId="{E77B627B-1F43-41A9-9F24-D4BB31BF6050}" dt="2026-04-09T03:40:09.819" v="39"/>
          <ac:picMkLst>
            <pc:docMk/>
            <pc:sldMk cId="2713527489" sldId="262"/>
            <ac:picMk id="18" creationId="{FD32BEE7-9206-4AE1-B31D-DF5FD72DAA39}"/>
          </ac:picMkLst>
        </pc:picChg>
      </pc:sldChg>
      <pc:sldChg chg="addSp delSp modSp mod chgLayout">
        <pc:chgData name="Uwe Ricken" userId="f02567aecbed924b" providerId="LiveId" clId="{E77B627B-1F43-41A9-9F24-D4BB31BF6050}" dt="2026-04-09T03:41:20.658" v="48" actId="478"/>
        <pc:sldMkLst>
          <pc:docMk/>
          <pc:sldMk cId="1214032973" sldId="264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214032973" sldId="264"/>
            <ac:spMk id="2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214032973" sldId="264"/>
            <ac:spMk id="3" creationId="{831E2B43-4F4A-0EFC-8F42-27063C9B9EBB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214032973" sldId="264"/>
            <ac:spMk id="5" creationId="{13B07D42-C06F-E676-ADC7-97A5F0B84594}"/>
          </ac:spMkLst>
        </pc:spChg>
        <pc:spChg chg="del mod ord">
          <ac:chgData name="Uwe Ricken" userId="f02567aecbed924b" providerId="LiveId" clId="{E77B627B-1F43-41A9-9F24-D4BB31BF6050}" dt="2026-04-09T03:41:20.658" v="48" actId="478"/>
          <ac:spMkLst>
            <pc:docMk/>
            <pc:sldMk cId="1214032973" sldId="264"/>
            <ac:spMk id="6" creationId="{00000000-0000-0000-0000-000000000000}"/>
          </ac:spMkLst>
        </pc:spChg>
        <pc:spChg chg="add mod ord">
          <ac:chgData name="Uwe Ricken" userId="f02567aecbed924b" providerId="LiveId" clId="{E77B627B-1F43-41A9-9F24-D4BB31BF6050}" dt="2026-04-09T03:41:17.056" v="47"/>
          <ac:spMkLst>
            <pc:docMk/>
            <pc:sldMk cId="1214032973" sldId="264"/>
            <ac:spMk id="7" creationId="{426E20A0-2402-55F6-D24B-74E1D336D78E}"/>
          </ac:spMkLst>
        </pc:spChg>
      </pc:sldChg>
      <pc:sldChg chg="addSp delSp modSp mod chgLayout">
        <pc:chgData name="Uwe Ricken" userId="f02567aecbed924b" providerId="LiveId" clId="{E77B627B-1F43-41A9-9F24-D4BB31BF6050}" dt="2026-04-09T03:39:07.847" v="30" actId="6264"/>
        <pc:sldMkLst>
          <pc:docMk/>
          <pc:sldMk cId="83599784" sldId="266"/>
        </pc:sldMkLst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83599784" sldId="266"/>
            <ac:spMk id="3" creationId="{4176E079-1598-E4FA-6C45-307C31A10D44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83599784" sldId="266"/>
            <ac:spMk id="5" creationId="{00000000-0000-0000-0000-000000000000}"/>
          </ac:spMkLst>
        </pc:spChg>
        <pc:spChg chg="mod">
          <ac:chgData name="Uwe Ricken" userId="f02567aecbed924b" providerId="LiveId" clId="{E77B627B-1F43-41A9-9F24-D4BB31BF6050}" dt="2026-04-09T03:36:39.999" v="14" actId="20577"/>
          <ac:spMkLst>
            <pc:docMk/>
            <pc:sldMk cId="83599784" sldId="266"/>
            <ac:spMk id="10" creationId="{00000000-0000-0000-0000-000000000000}"/>
          </ac:spMkLst>
        </pc:spChg>
        <pc:cxnChg chg="mod">
          <ac:chgData name="Uwe Ricken" userId="f02567aecbed924b" providerId="LiveId" clId="{E77B627B-1F43-41A9-9F24-D4BB31BF6050}" dt="2026-04-09T03:38:15.641" v="21" actId="1582"/>
          <ac:cxnSpMkLst>
            <pc:docMk/>
            <pc:sldMk cId="83599784" sldId="266"/>
            <ac:cxnSpMk id="14" creationId="{00000000-0000-0000-0000-000000000000}"/>
          </ac:cxnSpMkLst>
        </pc:cxnChg>
        <pc:cxnChg chg="mod">
          <ac:chgData name="Uwe Ricken" userId="f02567aecbed924b" providerId="LiveId" clId="{E77B627B-1F43-41A9-9F24-D4BB31BF6050}" dt="2026-04-09T03:38:05.463" v="20" actId="1582"/>
          <ac:cxnSpMkLst>
            <pc:docMk/>
            <pc:sldMk cId="83599784" sldId="266"/>
            <ac:cxnSpMk id="16" creationId="{00000000-0000-0000-0000-000000000000}"/>
          </ac:cxnSpMkLst>
        </pc:cxnChg>
      </pc:sldChg>
      <pc:sldChg chg="addSp delSp modSp mod chgLayout">
        <pc:chgData name="Uwe Ricken" userId="f02567aecbed924b" providerId="LiveId" clId="{E77B627B-1F43-41A9-9F24-D4BB31BF6050}" dt="2026-04-09T03:39:07.847" v="30" actId="6264"/>
        <pc:sldMkLst>
          <pc:docMk/>
          <pc:sldMk cId="2954103381" sldId="267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954103381" sldId="267"/>
            <ac:spMk id="2" creationId="{00000000-0000-0000-0000-000000000000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954103381" sldId="267"/>
            <ac:spMk id="3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954103381" sldId="267"/>
            <ac:spMk id="4" creationId="{8C70BDF2-F00F-D70D-B625-0F1B5107939C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954103381" sldId="267"/>
            <ac:spMk id="5" creationId="{DDBAE20F-3EE1-FEA5-A459-CD30B39C57BA}"/>
          </ac:spMkLst>
        </pc:spChg>
      </pc:sldChg>
      <pc:sldChg chg="addSp delSp modSp mod chgLayout">
        <pc:chgData name="Uwe Ricken" userId="f02567aecbed924b" providerId="LiveId" clId="{E77B627B-1F43-41A9-9F24-D4BB31BF6050}" dt="2026-04-09T03:42:38.708" v="57" actId="1076"/>
        <pc:sldMkLst>
          <pc:docMk/>
          <pc:sldMk cId="2811584434" sldId="269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811584434" sldId="269"/>
            <ac:spMk id="2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811584434" sldId="269"/>
            <ac:spMk id="3" creationId="{AE024002-91DE-BF57-870B-3460FBF87EC6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2811584434" sldId="269"/>
            <ac:spMk id="4" creationId="{013F206F-3963-6C74-953D-B1DDD0BC0007}"/>
          </ac:spMkLst>
        </pc:spChg>
        <pc:spChg chg="add del mod ord">
          <ac:chgData name="Uwe Ricken" userId="f02567aecbed924b" providerId="LiveId" clId="{E77B627B-1F43-41A9-9F24-D4BB31BF6050}" dt="2026-04-09T03:42:30.295" v="56" actId="478"/>
          <ac:spMkLst>
            <pc:docMk/>
            <pc:sldMk cId="2811584434" sldId="269"/>
            <ac:spMk id="5" creationId="{7339D04A-AFD8-70BB-5DB9-BA988523C8D3}"/>
          </ac:spMkLst>
        </pc:spChg>
        <pc:spChg chg="del mod">
          <ac:chgData name="Uwe Ricken" userId="f02567aecbed924b" providerId="LiveId" clId="{E77B627B-1F43-41A9-9F24-D4BB31BF6050}" dt="2026-04-09T03:39:07.847" v="30" actId="6264"/>
          <ac:spMkLst>
            <pc:docMk/>
            <pc:sldMk cId="2811584434" sldId="269"/>
            <ac:spMk id="7" creationId="{00000000-0000-0000-0000-000000000000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2811584434" sldId="269"/>
            <ac:spMk id="8" creationId="{00000000-0000-0000-0000-000000000000}"/>
          </ac:spMkLst>
        </pc:spChg>
        <pc:picChg chg="mod">
          <ac:chgData name="Uwe Ricken" userId="f02567aecbed924b" providerId="LiveId" clId="{E77B627B-1F43-41A9-9F24-D4BB31BF6050}" dt="2026-04-09T03:42:38.708" v="57" actId="1076"/>
          <ac:picMkLst>
            <pc:docMk/>
            <pc:sldMk cId="2811584434" sldId="269"/>
            <ac:picMk id="1026" creationId="{00000000-0000-0000-0000-000000000000}"/>
          </ac:picMkLst>
        </pc:picChg>
      </pc:sldChg>
      <pc:sldChg chg="addSp delSp modSp mod chgLayout">
        <pc:chgData name="Uwe Ricken" userId="f02567aecbed924b" providerId="LiveId" clId="{E77B627B-1F43-41A9-9F24-D4BB31BF6050}" dt="2026-04-09T03:41:41.282" v="51" actId="478"/>
        <pc:sldMkLst>
          <pc:docMk/>
          <pc:sldMk cId="1501505539" sldId="273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501505539" sldId="273"/>
            <ac:spMk id="2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501505539" sldId="273"/>
            <ac:spMk id="3" creationId="{32958971-2D28-D0E6-FD01-D702D8610576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501505539" sldId="273"/>
            <ac:spMk id="5" creationId="{C074D9A9-3ADC-5E12-1498-6F48AA2FE6F9}"/>
          </ac:spMkLst>
        </pc:spChg>
        <pc:spChg chg="del mod ord">
          <ac:chgData name="Uwe Ricken" userId="f02567aecbed924b" providerId="LiveId" clId="{E77B627B-1F43-41A9-9F24-D4BB31BF6050}" dt="2026-04-09T03:41:41.282" v="51" actId="478"/>
          <ac:spMkLst>
            <pc:docMk/>
            <pc:sldMk cId="1501505539" sldId="273"/>
            <ac:spMk id="6" creationId="{00000000-0000-0000-0000-000000000000}"/>
          </ac:spMkLst>
        </pc:spChg>
        <pc:spChg chg="add mod ord">
          <ac:chgData name="Uwe Ricken" userId="f02567aecbed924b" providerId="LiveId" clId="{E77B627B-1F43-41A9-9F24-D4BB31BF6050}" dt="2026-04-09T03:41:38.553" v="50"/>
          <ac:spMkLst>
            <pc:docMk/>
            <pc:sldMk cId="1501505539" sldId="273"/>
            <ac:spMk id="7" creationId="{824F5222-165B-7E62-6BE9-C527E7BCBE51}"/>
          </ac:spMkLst>
        </pc:spChg>
      </pc:sldChg>
      <pc:sldChg chg="addSp delSp modSp mod chgLayout">
        <pc:chgData name="Uwe Ricken" userId="f02567aecbed924b" providerId="LiveId" clId="{E77B627B-1F43-41A9-9F24-D4BB31BF6050}" dt="2026-04-09T03:39:29.005" v="33" actId="207"/>
        <pc:sldMkLst>
          <pc:docMk/>
          <pc:sldMk cId="1608843492" sldId="274"/>
        </pc:sldMkLst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608843492" sldId="274"/>
            <ac:spMk id="2" creationId="{CE1C3129-FA15-4747-A912-452F5885D67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608843492" sldId="274"/>
            <ac:spMk id="3" creationId="{8ABBA25F-AE04-9630-A552-99B3F5BA5B56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608843492" sldId="274"/>
            <ac:spMk id="4" creationId="{71C891A4-2E50-C532-8AFD-C0BF36C85DDD}"/>
          </ac:spMkLst>
        </pc:spChg>
        <pc:spChg chg="mod ord">
          <ac:chgData name="Uwe Ricken" userId="f02567aecbed924b" providerId="LiveId" clId="{E77B627B-1F43-41A9-9F24-D4BB31BF6050}" dt="2026-04-09T03:39:29.005" v="33" actId="207"/>
          <ac:spMkLst>
            <pc:docMk/>
            <pc:sldMk cId="1608843492" sldId="274"/>
            <ac:spMk id="5" creationId="{01A20A9F-C500-42DF-BD55-16DA14836073}"/>
          </ac:spMkLst>
        </pc:spChg>
      </pc:sldChg>
      <pc:sldChg chg="addSp delSp modSp mod chgLayout">
        <pc:chgData name="Uwe Ricken" userId="f02567aecbed924b" providerId="LiveId" clId="{E77B627B-1F43-41A9-9F24-D4BB31BF6050}" dt="2026-04-09T03:42:05.722" v="55" actId="20577"/>
        <pc:sldMkLst>
          <pc:docMk/>
          <pc:sldMk cId="720703002" sldId="275"/>
        </pc:sldMkLst>
        <pc:spChg chg="mod ord">
          <ac:chgData name="Uwe Ricken" userId="f02567aecbed924b" providerId="LiveId" clId="{E77B627B-1F43-41A9-9F24-D4BB31BF6050}" dt="2026-04-09T03:42:05.722" v="55" actId="20577"/>
          <ac:spMkLst>
            <pc:docMk/>
            <pc:sldMk cId="720703002" sldId="275"/>
            <ac:spMk id="2" creationId="{2D77AA51-4BCD-4BDC-8A2B-F6E5EC8E1B73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720703002" sldId="275"/>
            <ac:spMk id="3" creationId="{B19C2950-08DB-4A0A-94A2-1AD87500AEAD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720703002" sldId="275"/>
            <ac:spMk id="4" creationId="{6072068D-7F0C-6F48-10DC-CB7739002ACB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720703002" sldId="275"/>
            <ac:spMk id="5" creationId="{C6FDD3BA-99CA-D6C5-CE87-89DF2E51F891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720703002" sldId="275"/>
            <ac:spMk id="6" creationId="{1F4BA64A-8444-30F9-FA3B-557B434F9302}"/>
          </ac:spMkLst>
        </pc:spChg>
        <pc:picChg chg="mod ord">
          <ac:chgData name="Uwe Ricken" userId="f02567aecbed924b" providerId="LiveId" clId="{E77B627B-1F43-41A9-9F24-D4BB31BF6050}" dt="2026-04-09T03:39:07.847" v="30" actId="6264"/>
          <ac:picMkLst>
            <pc:docMk/>
            <pc:sldMk cId="720703002" sldId="275"/>
            <ac:picMk id="10" creationId="{C8939FCC-4AD3-4B90-A83F-CA61220AFEFF}"/>
          </ac:picMkLst>
        </pc:picChg>
      </pc:sldChg>
      <pc:sldChg chg="addSp delSp modSp mod chgLayout">
        <pc:chgData name="Uwe Ricken" userId="f02567aecbed924b" providerId="LiveId" clId="{E77B627B-1F43-41A9-9F24-D4BB31BF6050}" dt="2026-04-09T03:39:07.847" v="30" actId="6264"/>
        <pc:sldMkLst>
          <pc:docMk/>
          <pc:sldMk cId="1044324211" sldId="276"/>
        </pc:sldMkLst>
        <pc:spChg chg="add del mod">
          <ac:chgData name="Uwe Ricken" userId="f02567aecbed924b" providerId="LiveId" clId="{E77B627B-1F43-41A9-9F24-D4BB31BF6050}" dt="2026-04-09T03:39:00.175" v="29" actId="6264"/>
          <ac:spMkLst>
            <pc:docMk/>
            <pc:sldMk cId="1044324211" sldId="276"/>
            <ac:spMk id="2" creationId="{AFC7DB1C-584B-89FD-6900-C3DAE92B5961}"/>
          </ac:spMkLst>
        </pc:spChg>
        <pc:spChg chg="add del mod">
          <ac:chgData name="Uwe Ricken" userId="f02567aecbed924b" providerId="LiveId" clId="{E77B627B-1F43-41A9-9F24-D4BB31BF6050}" dt="2026-04-09T03:39:00.175" v="29" actId="6264"/>
          <ac:spMkLst>
            <pc:docMk/>
            <pc:sldMk cId="1044324211" sldId="276"/>
            <ac:spMk id="3" creationId="{CF5797F8-562E-F779-9D4E-BCB83582696C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044324211" sldId="276"/>
            <ac:spMk id="4" creationId="{FD65C304-389D-4CC2-A126-A2655B2B476C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044324211" sldId="276"/>
            <ac:spMk id="5" creationId="{99462302-D7CC-4D25-B872-851B9DD851B9}"/>
          </ac:spMkLst>
        </pc:spChg>
        <pc:spChg chg="add del mod">
          <ac:chgData name="Uwe Ricken" userId="f02567aecbed924b" providerId="LiveId" clId="{E77B627B-1F43-41A9-9F24-D4BB31BF6050}" dt="2026-04-09T03:39:00.175" v="29" actId="6264"/>
          <ac:spMkLst>
            <pc:docMk/>
            <pc:sldMk cId="1044324211" sldId="276"/>
            <ac:spMk id="6" creationId="{60FDBC29-2430-D19C-A1F5-057BDAA23B7F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044324211" sldId="276"/>
            <ac:spMk id="7" creationId="{61665203-409E-60FA-017F-335778C79479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044324211" sldId="276"/>
            <ac:spMk id="13" creationId="{75F369B5-F5AD-8EC0-423F-28C1F8E0FEE8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044324211" sldId="276"/>
            <ac:spMk id="14" creationId="{82B72BED-EA92-EBD1-649A-3D95DF2DD72E}"/>
          </ac:spMkLst>
        </pc:spChg>
        <pc:picChg chg="mod ord">
          <ac:chgData name="Uwe Ricken" userId="f02567aecbed924b" providerId="LiveId" clId="{E77B627B-1F43-41A9-9F24-D4BB31BF6050}" dt="2026-04-09T03:39:07.847" v="30" actId="6264"/>
          <ac:picMkLst>
            <pc:docMk/>
            <pc:sldMk cId="1044324211" sldId="276"/>
            <ac:picMk id="8" creationId="{A658124F-D3C4-4C59-BEA3-142C4D7CFA2D}"/>
          </ac:picMkLst>
        </pc:picChg>
      </pc:sldChg>
      <pc:sldChg chg="addSp delSp modSp mod chgLayout">
        <pc:chgData name="Uwe Ricken" userId="f02567aecbed924b" providerId="LiveId" clId="{E77B627B-1F43-41A9-9F24-D4BB31BF6050}" dt="2026-04-09T03:39:07.847" v="30" actId="6264"/>
        <pc:sldMkLst>
          <pc:docMk/>
          <pc:sldMk cId="1997374804" sldId="277"/>
        </pc:sldMkLst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997374804" sldId="277"/>
            <ac:spMk id="2" creationId="{637F2122-7793-2B5A-30F5-96CFD66D739C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997374804" sldId="277"/>
            <ac:spMk id="5" creationId="{71357A59-C8BB-4A92-AB3E-9B60392D77F7}"/>
          </ac:spMkLst>
        </pc:spChg>
      </pc:sldChg>
      <pc:sldChg chg="addSp delSp modSp add mod chgLayout">
        <pc:chgData name="Uwe Ricken" userId="f02567aecbed924b" providerId="LiveId" clId="{E77B627B-1F43-41A9-9F24-D4BB31BF6050}" dt="2026-04-09T03:39:07.895" v="31" actId="27636"/>
        <pc:sldMkLst>
          <pc:docMk/>
          <pc:sldMk cId="1681187469" sldId="381"/>
        </pc:sldMkLst>
        <pc:spChg chg="mod ord">
          <ac:chgData name="Uwe Ricken" userId="f02567aecbed924b" providerId="LiveId" clId="{E77B627B-1F43-41A9-9F24-D4BB31BF6050}" dt="2026-04-09T03:39:07.895" v="31" actId="27636"/>
          <ac:spMkLst>
            <pc:docMk/>
            <pc:sldMk cId="1681187469" sldId="381"/>
            <ac:spMk id="2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681187469" sldId="381"/>
            <ac:spMk id="3" creationId="{020E2904-955F-5246-5F70-B42F1F3F836E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681187469" sldId="381"/>
            <ac:spMk id="4" creationId="{00000000-0000-0000-0000-000000000000}"/>
          </ac:spMkLst>
        </pc:spChg>
        <pc:spChg chg="mod ord">
          <ac:chgData name="Uwe Ricken" userId="f02567aecbed924b" providerId="LiveId" clId="{E77B627B-1F43-41A9-9F24-D4BB31BF6050}" dt="2026-04-09T03:39:07.847" v="30" actId="6264"/>
          <ac:spMkLst>
            <pc:docMk/>
            <pc:sldMk cId="1681187469" sldId="381"/>
            <ac:spMk id="6" creationId="{00000000-0000-0000-0000-000000000000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681187469" sldId="381"/>
            <ac:spMk id="10" creationId="{6EF9BD09-D142-23DC-C29D-9F623ABE2C79}"/>
          </ac:spMkLst>
        </pc:spChg>
        <pc:spChg chg="add del mod">
          <ac:chgData name="Uwe Ricken" userId="f02567aecbed924b" providerId="LiveId" clId="{E77B627B-1F43-41A9-9F24-D4BB31BF6050}" dt="2026-04-09T03:39:07.847" v="30" actId="6264"/>
          <ac:spMkLst>
            <pc:docMk/>
            <pc:sldMk cId="1681187469" sldId="381"/>
            <ac:spMk id="11" creationId="{9FC33457-0987-C13A-10B0-68DF5D3509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24406"/>
            <a:ext cx="11510683" cy="1885559"/>
          </a:xfrm>
        </p:spPr>
        <p:txBody>
          <a:bodyPr anchor="b">
            <a:normAutofit/>
          </a:bodyPr>
          <a:lstStyle>
            <a:lvl1pPr algn="ctr">
              <a:defRPr sz="5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2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55" indent="0" algn="ctr">
              <a:buNone/>
              <a:defRPr sz="2000"/>
            </a:lvl2pPr>
            <a:lvl3pPr marL="914309" indent="0" algn="ctr">
              <a:buNone/>
              <a:defRPr sz="1867"/>
            </a:lvl3pPr>
            <a:lvl4pPr marL="1371464" indent="0" algn="ctr">
              <a:buNone/>
              <a:defRPr sz="1600"/>
            </a:lvl4pPr>
            <a:lvl5pPr marL="1828618" indent="0" algn="ctr">
              <a:buNone/>
              <a:defRPr sz="1600"/>
            </a:lvl5pPr>
            <a:lvl6pPr marL="2285774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5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894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3" y="296864"/>
            <a:ext cx="8636916" cy="12604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4" y="1665288"/>
            <a:ext cx="11522075" cy="457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9729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296864"/>
            <a:ext cx="8640761" cy="12604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4" y="1665288"/>
            <a:ext cx="5581743" cy="457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8" y="1665290"/>
            <a:ext cx="5585331" cy="4571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6888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296864"/>
            <a:ext cx="8640761" cy="126047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483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3" y="313000"/>
            <a:ext cx="5033103" cy="1244339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5" y="1678741"/>
            <a:ext cx="6488975" cy="45585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1"/>
            <a:ext cx="5033101" cy="4558548"/>
          </a:xfrm>
        </p:spPr>
        <p:txBody>
          <a:bodyPr/>
          <a:lstStyle>
            <a:lvl1pPr marL="0" indent="0">
              <a:buNone/>
              <a:defRPr sz="1600"/>
            </a:lvl1pPr>
            <a:lvl2pPr marL="457155" indent="0">
              <a:buNone/>
              <a:defRPr sz="1467"/>
            </a:lvl2pPr>
            <a:lvl3pPr marL="914309" indent="0">
              <a:buNone/>
              <a:defRPr sz="1200"/>
            </a:lvl3pPr>
            <a:lvl4pPr marL="1371464" indent="0">
              <a:buNone/>
              <a:defRPr sz="1067"/>
            </a:lvl4pPr>
            <a:lvl5pPr marL="1828618" indent="0">
              <a:buNone/>
              <a:defRPr sz="1067"/>
            </a:lvl5pPr>
            <a:lvl6pPr marL="2285774" indent="0">
              <a:buNone/>
              <a:defRPr sz="1067"/>
            </a:lvl6pPr>
            <a:lvl7pPr marL="2742926" indent="0">
              <a:buNone/>
              <a:defRPr sz="1067"/>
            </a:lvl7pPr>
            <a:lvl8pPr marL="3200080" indent="0">
              <a:buNone/>
              <a:defRPr sz="1067"/>
            </a:lvl8pPr>
            <a:lvl9pPr marL="3657235" indent="0">
              <a:buNone/>
              <a:defRPr sz="10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8406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452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5361" y="0"/>
            <a:ext cx="10177131" cy="1052736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5360" y="1268760"/>
            <a:ext cx="11521280" cy="5040560"/>
          </a:xfrm>
        </p:spPr>
        <p:txBody>
          <a:bodyPr/>
          <a:lstStyle>
            <a:lvl1pPr>
              <a:tabLst>
                <a:tab pos="355591" algn="l"/>
                <a:tab pos="723882" algn="l"/>
                <a:tab pos="1168371" algn="l"/>
                <a:tab pos="1612860" algn="l"/>
                <a:tab pos="2057349" algn="l"/>
              </a:tabLst>
              <a:defRPr/>
            </a:lvl1pPr>
            <a:lvl2pPr defTabSz="444489">
              <a:tabLst>
                <a:tab pos="355591" algn="l"/>
                <a:tab pos="761981" algn="l"/>
                <a:tab pos="1168371" algn="l"/>
                <a:tab pos="1612860" algn="l"/>
                <a:tab pos="2057349" algn="l"/>
              </a:tabLst>
              <a:defRPr/>
            </a:lvl2pPr>
            <a:lvl3pPr>
              <a:tabLst>
                <a:tab pos="355591" algn="l"/>
                <a:tab pos="723882" algn="l"/>
                <a:tab pos="1168371" algn="l"/>
                <a:tab pos="1612860" algn="l"/>
                <a:tab pos="2057349" algn="l"/>
              </a:tabLst>
              <a:defRPr/>
            </a:lvl3pPr>
            <a:lvl4pPr>
              <a:tabLst>
                <a:tab pos="355591" algn="l"/>
                <a:tab pos="723882" algn="l"/>
                <a:tab pos="1168371" algn="l"/>
                <a:tab pos="1612860" algn="l"/>
                <a:tab pos="2057349" algn="l"/>
              </a:tabLst>
              <a:defRPr/>
            </a:lvl4pPr>
            <a:lvl5pPr>
              <a:tabLst>
                <a:tab pos="355591" algn="l"/>
                <a:tab pos="723882" algn="l"/>
                <a:tab pos="1168371" algn="l"/>
                <a:tab pos="1612860" algn="l"/>
                <a:tab pos="2057349" algn="l"/>
              </a:tabLst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5144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5361" y="0"/>
            <a:ext cx="10177131" cy="1052736"/>
          </a:xfrm>
          <a:prstGeom prst="rect">
            <a:avLst/>
          </a:prstGeom>
        </p:spPr>
        <p:txBody>
          <a:bodyPr anchor="ctr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5360" y="1340768"/>
            <a:ext cx="5664629" cy="496855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12" y="1340768"/>
            <a:ext cx="5664629" cy="496855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3922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 anchor="b">
            <a:normAutofit/>
          </a:bodyPr>
          <a:lstStyle>
            <a:lvl1pPr algn="ctr"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67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038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5" orient="horz" pos="232">
          <p15:clr>
            <a:srgbClr val="FBAE40"/>
          </p15:clr>
        </p15:guide>
        <p15:guide id="8" orient="horz" pos="2160" userDrawn="1">
          <p15:clr>
            <a:srgbClr val="FBAE40"/>
          </p15:clr>
        </p15:guide>
        <p15:guide id="9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6928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27096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0121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b Berater - Coding Ex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  <a:lvl2pPr marL="457155" indent="0">
              <a:buNone/>
              <a:defRPr sz="1600">
                <a:latin typeface="Lucida Console" panose="020B0609040504020204" pitchFamily="49" charset="0"/>
              </a:defRPr>
            </a:lvl2pPr>
            <a:lvl3pPr marL="914308" indent="0">
              <a:buNone/>
              <a:defRPr sz="1600">
                <a:latin typeface="Lucida Console" panose="020B0609040504020204" pitchFamily="49" charset="0"/>
              </a:defRPr>
            </a:lvl3pPr>
            <a:lvl4pPr marL="1371462" indent="0">
              <a:buNone/>
              <a:defRPr sz="1600">
                <a:latin typeface="Lucida Console" panose="020B0609040504020204" pitchFamily="49" charset="0"/>
              </a:defRPr>
            </a:lvl4pPr>
            <a:lvl5pPr marL="1828618" indent="0">
              <a:buNone/>
              <a:defRPr sz="1600">
                <a:latin typeface="Lucida Console" panose="020B06090405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>
            <a:lvl1pPr marL="228589" indent="-228589">
              <a:buFont typeface="Arial" panose="020B0604020202020204" pitchFamily="34" charset="0"/>
              <a:buChar char="•"/>
              <a:defRPr sz="1600"/>
            </a:lvl1pPr>
            <a:lvl2pPr marL="457143" indent="0">
              <a:buNone/>
              <a:defRPr sz="1467"/>
            </a:lvl2pPr>
            <a:lvl3pPr marL="914286" indent="0">
              <a:buNone/>
              <a:defRPr sz="1200"/>
            </a:lvl3pPr>
            <a:lvl4pPr marL="1371430" indent="0">
              <a:buNone/>
              <a:defRPr sz="1067"/>
            </a:lvl4pPr>
            <a:lvl5pPr marL="1828573" indent="0">
              <a:buNone/>
              <a:defRPr sz="1067"/>
            </a:lvl5pPr>
            <a:lvl6pPr marL="2285718" indent="0">
              <a:buNone/>
              <a:defRPr sz="1067"/>
            </a:lvl6pPr>
            <a:lvl7pPr marL="2742858" indent="0">
              <a:buNone/>
              <a:defRPr sz="1067"/>
            </a:lvl7pPr>
            <a:lvl8pPr marL="3200000" indent="0">
              <a:buNone/>
              <a:defRPr sz="1067"/>
            </a:lvl8pPr>
            <a:lvl9pPr marL="3657143" indent="0">
              <a:buNone/>
              <a:defRPr sz="1067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12C8F18-4741-03DA-3F19-FC0858FB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2679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5361" y="449032"/>
            <a:ext cx="9037240" cy="1108307"/>
          </a:xfrm>
          <a:prstGeom prst="rect">
            <a:avLst/>
          </a:prstGeom>
        </p:spPr>
        <p:txBody>
          <a:bodyPr anchor="ctr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5360" y="1665288"/>
            <a:ext cx="5664629" cy="464403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12" y="1665288"/>
            <a:ext cx="5664629" cy="464403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705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hyperlink" Target="http://www.db-berater.de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b-berater.de/" TargetMode="Externa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322096"/>
            <a:ext cx="8617772" cy="1231107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6" y="1678194"/>
            <a:ext cx="11490063" cy="4539727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971877" y="322096"/>
            <a:ext cx="28722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de-DE" sz="2400" b="1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de-DE" sz="1000" b="1" dirty="0"/>
              <a:t>Planung – Installation</a:t>
            </a:r>
            <a:r>
              <a:rPr lang="de-DE" sz="1000" b="1" baseline="0" dirty="0"/>
              <a:t> – Optimierung</a:t>
            </a:r>
            <a:br>
              <a:rPr lang="de-DE" sz="1000" b="1" baseline="0" dirty="0"/>
            </a:br>
            <a:br>
              <a:rPr lang="de-DE" sz="1000" b="1" baseline="0" dirty="0"/>
            </a:br>
            <a:endParaRPr lang="de-DE" sz="1000" b="1" dirty="0"/>
          </a:p>
          <a:p>
            <a:pPr algn="r"/>
            <a:r>
              <a:rPr lang="de-DE" sz="1000" b="1" dirty="0">
                <a:hlinkClick r:id="rId10"/>
              </a:rPr>
              <a:t>http://www.db-berater.de</a:t>
            </a:r>
            <a:endParaRPr lang="de-DE" sz="1000" b="1" dirty="0"/>
          </a:p>
          <a:p>
            <a:pPr algn="r"/>
            <a:r>
              <a:rPr lang="de-DE" sz="1000" b="1" dirty="0"/>
              <a:t>info@db-berater.de</a:t>
            </a:r>
          </a:p>
        </p:txBody>
      </p:sp>
      <p:cxnSp>
        <p:nvCxnSpPr>
          <p:cNvPr id="6" name="Gerader Verbinder 5"/>
          <p:cNvCxnSpPr/>
          <p:nvPr/>
        </p:nvCxnSpPr>
        <p:spPr>
          <a:xfrm>
            <a:off x="354106" y="6303981"/>
            <a:ext cx="114900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354106" y="6390043"/>
            <a:ext cx="21416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chemeClr val="accent1"/>
                </a:solidFill>
              </a:rPr>
              <a:t>Autor: </a:t>
            </a:r>
            <a:r>
              <a:rPr lang="de-DE" sz="1200" b="1" dirty="0"/>
              <a:t>Uwe Ricken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8971879" y="6390044"/>
            <a:ext cx="2872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b="1" dirty="0">
                <a:solidFill>
                  <a:schemeClr val="accent1"/>
                </a:solidFill>
              </a:rPr>
              <a:t>©: </a:t>
            </a:r>
            <a:r>
              <a:rPr lang="de-DE" sz="1200" b="1" dirty="0"/>
              <a:t>db</a:t>
            </a:r>
            <a:r>
              <a:rPr lang="de-DE" sz="1200" b="1" baseline="0" dirty="0"/>
              <a:t> Berater GmbH </a:t>
            </a:r>
            <a:r>
              <a:rPr lang="de-DE" sz="1200" b="1" baseline="0"/>
              <a:t>(2023)</a:t>
            </a:r>
            <a:endParaRPr lang="de-DE" sz="1200" b="1" dirty="0"/>
          </a:p>
        </p:txBody>
      </p:sp>
    </p:spTree>
    <p:extLst>
      <p:ext uri="{BB962C8B-B14F-4D97-AF65-F5344CB8AC3E}">
        <p14:creationId xmlns:p14="http://schemas.microsoft.com/office/powerpoint/2010/main" val="28975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450852"/>
            <a:ext cx="9018492" cy="1102353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7" y="1665290"/>
            <a:ext cx="11490063" cy="4571999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72600" y="450848"/>
            <a:ext cx="2471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en-US" sz="2400" b="1" noProof="0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en-US" sz="1000" b="1" noProof="0" dirty="0" err="1"/>
              <a:t>Planung</a:t>
            </a:r>
            <a:r>
              <a:rPr lang="en-US" sz="1000" b="1" noProof="0" dirty="0"/>
              <a:t> – Installation</a:t>
            </a:r>
            <a:r>
              <a:rPr lang="en-US" sz="1000" b="1" baseline="0" noProof="0" dirty="0"/>
              <a:t> – </a:t>
            </a:r>
            <a:r>
              <a:rPr lang="en-US" sz="1000" b="1" baseline="0" noProof="0" dirty="0" err="1"/>
              <a:t>Optimierung</a:t>
            </a:r>
            <a:br>
              <a:rPr lang="en-US" sz="1000" b="1" baseline="0" noProof="0" dirty="0"/>
            </a:br>
            <a:br>
              <a:rPr lang="en-US" sz="1000" b="1" baseline="0" noProof="0" dirty="0"/>
            </a:br>
            <a:endParaRPr lang="en-US" sz="1000" b="1" noProof="0" dirty="0"/>
          </a:p>
          <a:p>
            <a:pPr algn="r"/>
            <a:r>
              <a:rPr lang="en-US" sz="1000" b="1" noProof="0" dirty="0">
                <a:hlinkClick r:id="rId8"/>
              </a:rPr>
              <a:t>http://www.db-berater.de</a:t>
            </a:r>
            <a:endParaRPr lang="en-US" sz="1000" b="1" noProof="0" dirty="0"/>
          </a:p>
          <a:p>
            <a:pPr algn="r"/>
            <a:r>
              <a:rPr lang="en-US" sz="1000" b="1" noProof="0" dirty="0"/>
              <a:t>info@db-berater.de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3090C9-CD56-60CA-9231-B8662A341995}"/>
              </a:ext>
            </a:extLst>
          </p:cNvPr>
          <p:cNvSpPr/>
          <p:nvPr/>
        </p:nvSpPr>
        <p:spPr>
          <a:xfrm>
            <a:off x="0" y="6309320"/>
            <a:ext cx="12192000" cy="5486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feld 7"/>
          <p:cNvSpPr txBox="1"/>
          <p:nvPr/>
        </p:nvSpPr>
        <p:spPr>
          <a:xfrm>
            <a:off x="9648395" y="6429773"/>
            <a:ext cx="229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noProof="0" dirty="0">
                <a:solidFill>
                  <a:schemeClr val="bg1"/>
                </a:solidFill>
              </a:rPr>
              <a:t>© db</a:t>
            </a:r>
            <a:r>
              <a:rPr lang="en-US" sz="1200" b="1" baseline="0" noProof="0" dirty="0">
                <a:solidFill>
                  <a:schemeClr val="bg1"/>
                </a:solidFill>
              </a:rPr>
              <a:t> Berater GmbH (</a:t>
            </a:r>
            <a:fld id="{918F7804-3F46-47BC-B8F6-F601438D5C89}" type="datetimeyyyy">
              <a:rPr lang="en-US" sz="1200" b="1" baseline="0" noProof="0" smtClean="0">
                <a:solidFill>
                  <a:schemeClr val="bg1"/>
                </a:solidFill>
              </a:rPr>
              <a:t>2026</a:t>
            </a:fld>
            <a:r>
              <a:rPr lang="en-US" sz="1200" b="1" baseline="0" noProof="0" dirty="0">
                <a:solidFill>
                  <a:schemeClr val="bg1"/>
                </a:solidFill>
              </a:rPr>
              <a:t>)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0584" y="6429773"/>
            <a:ext cx="4845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2"/>
                </a:solidFill>
              </a:rPr>
              <a:t>Author</a:t>
            </a:r>
            <a:r>
              <a:rPr lang="en-US" sz="1200" b="1" noProof="0" dirty="0">
                <a:solidFill>
                  <a:schemeClr val="bg1"/>
                </a:solidFill>
              </a:rPr>
              <a:t>: Uwe Ricken (Data Platform MVP / MCM)</a:t>
            </a:r>
          </a:p>
        </p:txBody>
      </p:sp>
    </p:spTree>
    <p:extLst>
      <p:ext uri="{BB962C8B-B14F-4D97-AF65-F5344CB8AC3E}">
        <p14:creationId xmlns:p14="http://schemas.microsoft.com/office/powerpoint/2010/main" val="386832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78" indent="-228578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2.jp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png"/><Relationship Id="rId5" Type="http://schemas.openxmlformats.org/officeDocument/2006/relationships/hyperlink" Target="https://bsky.app/profile/sqlbambi.bsky.social" TargetMode="External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/>
          <a:lstStyle/>
          <a:p>
            <a:r>
              <a:rPr lang="de-DE" dirty="0"/>
              <a:t>SQL-Server Security</a:t>
            </a:r>
            <a:br>
              <a:rPr lang="de-DE" dirty="0"/>
            </a:br>
            <a:r>
              <a:rPr lang="de-DE" dirty="0"/>
              <a:t>Grundlagen für Entwickler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>
            <a:normAutofit/>
          </a:bodyPr>
          <a:lstStyle/>
          <a:p>
            <a:r>
              <a:rPr lang="de-DE" dirty="0"/>
              <a:t>Autor: Uwe Ricken</a:t>
            </a:r>
            <a:br>
              <a:rPr lang="de-DE" dirty="0"/>
            </a:br>
            <a:r>
              <a:rPr lang="de-DE" dirty="0" err="1"/>
              <a:t>db</a:t>
            </a:r>
            <a:r>
              <a:rPr lang="de-DE" dirty="0"/>
              <a:t> Berater GmbH</a:t>
            </a:r>
          </a:p>
        </p:txBody>
      </p:sp>
    </p:spTree>
    <p:extLst>
      <p:ext uri="{BB962C8B-B14F-4D97-AF65-F5344CB8AC3E}">
        <p14:creationId xmlns:p14="http://schemas.microsoft.com/office/powerpoint/2010/main" val="127305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 dirty="0"/>
              <a:t>Uwe Ricken</a:t>
            </a:r>
            <a:br>
              <a:rPr lang="de-DE" dirty="0"/>
            </a:br>
            <a:r>
              <a:rPr lang="de-DE" dirty="0"/>
              <a:t>db 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 am working with IT-systems since early 1990's and with the main focus on Microsoft SQL-Server since version 6.0. I started with development of database applications in 1998 with a professional CRM-System based on Microsoft products (Microsoft Office and Microsoft SQL-Server).</a:t>
            </a:r>
          </a:p>
          <a:p>
            <a:br>
              <a:rPr lang="en-US" dirty="0"/>
            </a:br>
            <a:r>
              <a:rPr lang="en-US" dirty="0"/>
              <a:t>Since 2008 I'm focused exclusively on Microsoft SQL-Server and working in 3rd level support teams for banks, insurances and global industries.</a:t>
            </a:r>
          </a:p>
          <a:p>
            <a:endParaRPr lang="en-US" dirty="0"/>
          </a:p>
          <a:p>
            <a:r>
              <a:rPr lang="en-US" dirty="0"/>
              <a:t>Since May 2013 I am a Microsoft Certified Master: SQL-Server 2008 which was an amazing way into the depth of Microsoft SQL-Server.</a:t>
            </a:r>
          </a:p>
          <a:p>
            <a:endParaRPr lang="en-US" dirty="0"/>
          </a:p>
          <a:p>
            <a:r>
              <a:rPr lang="en-US" dirty="0"/>
              <a:t>In July 2013 I have been awarded with the MVP Award for Microsoft SQL-Server.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>
            <a:noAutofit/>
          </a:bodyPr>
          <a:lstStyle/>
          <a:p>
            <a:r>
              <a:rPr lang="de-DE" dirty="0"/>
              <a:t>www:	</a:t>
            </a:r>
            <a:r>
              <a:rPr lang="de-DE" dirty="0">
                <a:hlinkClick r:id="rId2"/>
              </a:rPr>
              <a:t>http://www.db-berater.de</a:t>
            </a:r>
            <a:endParaRPr lang="de-DE" dirty="0"/>
          </a:p>
          <a:p>
            <a:r>
              <a:rPr lang="de-DE" dirty="0"/>
              <a:t>email:	</a:t>
            </a:r>
            <a:r>
              <a:rPr lang="de-DE" dirty="0">
                <a:hlinkClick r:id="rId3"/>
              </a:rPr>
              <a:t>uwe.ricken@db-berater.de</a:t>
            </a:r>
            <a:endParaRPr lang="de-DE" dirty="0"/>
          </a:p>
          <a:p>
            <a:r>
              <a:rPr lang="de-DE" dirty="0"/>
              <a:t>blog:	</a:t>
            </a:r>
            <a:r>
              <a:rPr lang="de-DE" dirty="0">
                <a:hlinkClick r:id="rId4"/>
              </a:rPr>
              <a:t>http://www.sqlmaster.de</a:t>
            </a:r>
            <a:endParaRPr lang="de-DE" dirty="0"/>
          </a:p>
          <a:p>
            <a:r>
              <a:rPr lang="de-DE" dirty="0"/>
              <a:t>BlueSky:	</a:t>
            </a:r>
            <a:r>
              <a:rPr lang="de-DE" dirty="0">
                <a:hlinkClick r:id="rId5"/>
              </a:rPr>
              <a:t>@sqlbambi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3494589"/>
            <a:ext cx="1143000" cy="8358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72" y="3494589"/>
            <a:ext cx="1143000" cy="85725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4682334"/>
            <a:ext cx="1458955" cy="598545"/>
          </a:xfrm>
          <a:prstGeom prst="rect">
            <a:avLst/>
          </a:prstGeom>
        </p:spPr>
      </p:pic>
      <p:pic>
        <p:nvPicPr>
          <p:cNvPr id="5" name="Grafik 4" descr="Ein Bild, das Person, Mann, Brille, tragen enthält.&#10;&#10;Automatisch generierte Beschreibung">
            <a:extLst>
              <a:ext uri="{FF2B5EF4-FFF2-40B4-BE49-F238E27FC236}">
                <a16:creationId xmlns:a16="http://schemas.microsoft.com/office/drawing/2014/main" id="{46333317-A6F3-B2D3-B9F5-6B4A79A834B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8"/>
          <a:stretch/>
        </p:blipFill>
        <p:spPr>
          <a:xfrm>
            <a:off x="6499644" y="3429000"/>
            <a:ext cx="1715073" cy="185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8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>
            <a:normAutofit/>
          </a:bodyPr>
          <a:lstStyle/>
          <a:p>
            <a:r>
              <a:rPr lang="de-DE" dirty="0"/>
              <a:t>Zutritt in das „ehrenwerte Haus“ erlangen</a:t>
            </a:r>
          </a:p>
          <a:p>
            <a:pPr lvl="1"/>
            <a:r>
              <a:rPr lang="de-DE" dirty="0"/>
              <a:t>Logins</a:t>
            </a:r>
          </a:p>
          <a:p>
            <a:pPr lvl="1"/>
            <a:r>
              <a:rPr lang="de-DE" dirty="0"/>
              <a:t>Mixed Authentication vs. Windows Authentication</a:t>
            </a:r>
          </a:p>
          <a:p>
            <a:r>
              <a:rPr lang="de-DE" dirty="0"/>
              <a:t>Mögliche Berechtigungen im „ehrenwerten Haus“</a:t>
            </a:r>
          </a:p>
          <a:p>
            <a:pPr lvl="1"/>
            <a:r>
              <a:rPr lang="de-DE" dirty="0"/>
              <a:t>Serverrollen</a:t>
            </a:r>
          </a:p>
          <a:p>
            <a:r>
              <a:rPr lang="de-DE" dirty="0"/>
              <a:t>Zutritt in die Wohnung erlangen</a:t>
            </a:r>
          </a:p>
          <a:p>
            <a:pPr lvl="1"/>
            <a:r>
              <a:rPr lang="de-DE" dirty="0"/>
              <a:t>Datenbankbenutzer</a:t>
            </a:r>
          </a:p>
          <a:p>
            <a:pPr lvl="1"/>
            <a:r>
              <a:rPr lang="de-DE" dirty="0"/>
              <a:t>Eigentümer einer Wohnung vs. Mitbewohner</a:t>
            </a:r>
          </a:p>
          <a:p>
            <a:r>
              <a:rPr lang="de-DE" dirty="0"/>
              <a:t>Einrichten der Wohnung</a:t>
            </a:r>
          </a:p>
          <a:p>
            <a:pPr lvl="1"/>
            <a:r>
              <a:rPr lang="de-DE" dirty="0"/>
              <a:t>Planung der möglichen Zimmer in der Wohnung (Schemata)</a:t>
            </a:r>
          </a:p>
          <a:p>
            <a:pPr lvl="1"/>
            <a:r>
              <a:rPr lang="de-DE" dirty="0"/>
              <a:t>Berechtigungen in den Zimmern</a:t>
            </a:r>
          </a:p>
        </p:txBody>
      </p:sp>
    </p:spTree>
    <p:extLst>
      <p:ext uri="{BB962C8B-B14F-4D97-AF65-F5344CB8AC3E}">
        <p14:creationId xmlns:p14="http://schemas.microsoft.com/office/powerpoint/2010/main" val="261117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/>
          <a:lstStyle/>
          <a:p>
            <a:r>
              <a:rPr lang="de-DE" dirty="0"/>
              <a:t>Nomenklatur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>
            <a:normAutofit/>
          </a:bodyPr>
          <a:lstStyle/>
          <a:p>
            <a:r>
              <a:rPr lang="de-DE" dirty="0"/>
              <a:t>Microsoft SQL-Server Instanz:	Mietshaus</a:t>
            </a:r>
          </a:p>
          <a:p>
            <a:r>
              <a:rPr lang="de-DE" dirty="0"/>
              <a:t>Datenbank in SQL-Server Instanz:	Wohnung</a:t>
            </a:r>
          </a:p>
          <a:p>
            <a:r>
              <a:rPr lang="de-DE" dirty="0"/>
              <a:t>Schema in einer Datenbank:	Zimmer</a:t>
            </a:r>
          </a:p>
          <a:p>
            <a:r>
              <a:rPr lang="de-DE" dirty="0"/>
              <a:t>Tabellen / Views / …:	Inventar (Möbel, etc.)</a:t>
            </a:r>
          </a:p>
          <a:p>
            <a:endParaRPr lang="de-DE" dirty="0"/>
          </a:p>
          <a:p>
            <a:r>
              <a:rPr lang="de-DE" dirty="0"/>
              <a:t>Eigentümer:	</a:t>
            </a:r>
            <a:r>
              <a:rPr lang="de-DE" dirty="0" err="1"/>
              <a:t>sysadmin</a:t>
            </a:r>
            <a:endParaRPr lang="de-DE" dirty="0"/>
          </a:p>
          <a:p>
            <a:r>
              <a:rPr lang="de-DE" dirty="0"/>
              <a:t>Zugangsberechtigter:	Login</a:t>
            </a:r>
          </a:p>
          <a:p>
            <a:r>
              <a:rPr lang="de-DE" dirty="0"/>
              <a:t>Mieter:	Datenbankbenutzer</a:t>
            </a:r>
          </a:p>
        </p:txBody>
      </p:sp>
    </p:spTree>
    <p:extLst>
      <p:ext uri="{BB962C8B-B14F-4D97-AF65-F5344CB8AC3E}">
        <p14:creationId xmlns:p14="http://schemas.microsoft.com/office/powerpoint/2010/main" val="256826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 dirty="0"/>
              <a:t>Das ehrenwerte Haus (Server)</a:t>
            </a:r>
          </a:p>
        </p:txBody>
      </p:sp>
      <p:pic>
        <p:nvPicPr>
          <p:cNvPr id="6" name="Inhaltsplatzhalt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675" y="2679700"/>
            <a:ext cx="1800225" cy="2543175"/>
          </a:xfrm>
        </p:spPr>
      </p:pic>
      <p:sp>
        <p:nvSpPr>
          <p:cNvPr id="5" name="Inhaltsplatzhalter 4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>
            <a:normAutofit/>
          </a:bodyPr>
          <a:lstStyle/>
          <a:p>
            <a:r>
              <a:rPr lang="de-DE" dirty="0"/>
              <a:t>Eine Microsoft SQL-Server Instanz ist wie ein Wohnhaus mit wenigen oder vielen Wohnungen</a:t>
            </a:r>
          </a:p>
          <a:p>
            <a:r>
              <a:rPr lang="de-DE" dirty="0"/>
              <a:t>Wer in das Haus möchte, benötigt einen Schlüssel</a:t>
            </a:r>
          </a:p>
          <a:p>
            <a:r>
              <a:rPr lang="de-DE" dirty="0"/>
              <a:t>Zugang zum Haus erhalten nur Personen mit gültigem Schlüssel</a:t>
            </a:r>
          </a:p>
          <a:p>
            <a:pPr lvl="1"/>
            <a:r>
              <a:rPr lang="de-DE" dirty="0"/>
              <a:t>Ausgestellt von einer Behörde (Windows Konto)</a:t>
            </a:r>
          </a:p>
          <a:p>
            <a:pPr lvl="1"/>
            <a:r>
              <a:rPr lang="de-DE" dirty="0"/>
              <a:t>Ausgestellt vom Eigentümer des Hauses (SQL Konto)</a:t>
            </a:r>
          </a:p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623888" y="5755953"/>
            <a:ext cx="2926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NB-LENOVO-I\SQL_2019</a:t>
            </a:r>
          </a:p>
        </p:txBody>
      </p:sp>
      <p:sp>
        <p:nvSpPr>
          <p:cNvPr id="8" name="Rechteck 7"/>
          <p:cNvSpPr/>
          <p:nvPr/>
        </p:nvSpPr>
        <p:spPr>
          <a:xfrm>
            <a:off x="623888" y="5418667"/>
            <a:ext cx="600956" cy="401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270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 dirty="0"/>
              <a:t>Schlüsselübergabe durch Personalausweis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r>
              <a:rPr lang="de-DE" dirty="0"/>
              <a:t>Donald besitzt einen BPA und möchte gerne in das Haus.</a:t>
            </a:r>
          </a:p>
          <a:p>
            <a:r>
              <a:rPr lang="de-DE" dirty="0"/>
              <a:t>Donald ist durch seine BPA-Nummer eindeutig identifizierbar.</a:t>
            </a:r>
          </a:p>
          <a:p>
            <a:r>
              <a:rPr lang="de-DE" dirty="0"/>
              <a:t>Donald benötigt lediglich den Schlüssel zum Hausflur.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08E4521F-F120-5940-1E73-61ADD4B0003B}"/>
              </a:ext>
            </a:extLst>
          </p:cNvPr>
          <p:cNvGrpSpPr/>
          <p:nvPr/>
        </p:nvGrpSpPr>
        <p:grpSpPr>
          <a:xfrm>
            <a:off x="624418" y="1825629"/>
            <a:ext cx="5547782" cy="2887482"/>
            <a:chOff x="624418" y="1825629"/>
            <a:chExt cx="5547782" cy="2887482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5D25791-FE7E-C744-24CB-D34ABAE94968}"/>
                </a:ext>
              </a:extLst>
            </p:cNvPr>
            <p:cNvSpPr/>
            <p:nvPr/>
          </p:nvSpPr>
          <p:spPr>
            <a:xfrm>
              <a:off x="624418" y="1825629"/>
              <a:ext cx="5547782" cy="2887482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A39B3C7-0700-B646-57DF-B2B74892A0F6}"/>
                </a:ext>
              </a:extLst>
            </p:cNvPr>
            <p:cNvSpPr txBox="1"/>
            <p:nvPr/>
          </p:nvSpPr>
          <p:spPr>
            <a:xfrm>
              <a:off x="2286004" y="2144893"/>
              <a:ext cx="37846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PERSONALAUSWEIS</a:t>
              </a:r>
            </a:p>
            <a:p>
              <a:endParaRPr lang="de-DE" dirty="0"/>
            </a:p>
            <a:p>
              <a:r>
                <a:rPr lang="de-DE" sz="1600" dirty="0"/>
                <a:t>Donald Duck</a:t>
              </a:r>
            </a:p>
            <a:p>
              <a:r>
                <a:rPr lang="de-DE" sz="1600" dirty="0"/>
                <a:t>Entengasse 10</a:t>
              </a:r>
            </a:p>
            <a:p>
              <a:endParaRPr lang="de-DE" sz="1600" dirty="0"/>
            </a:p>
            <a:p>
              <a:r>
                <a:rPr lang="de-DE" sz="1600" dirty="0"/>
                <a:t>12345 Entenhausen</a:t>
              </a:r>
            </a:p>
            <a:p>
              <a:endParaRPr lang="de-DE" dirty="0"/>
            </a:p>
            <a:p>
              <a:r>
                <a:rPr lang="de-DE" sz="1400" b="1" dirty="0"/>
                <a:t>0x010500000000000515000000F90DD5F…</a:t>
              </a:r>
            </a:p>
          </p:txBody>
        </p:sp>
        <p:pic>
          <p:nvPicPr>
            <p:cNvPr id="15" name="Inhaltsplatzhalter 6">
              <a:extLst>
                <a:ext uri="{FF2B5EF4-FFF2-40B4-BE49-F238E27FC236}">
                  <a16:creationId xmlns:a16="http://schemas.microsoft.com/office/drawing/2014/main" id="{11BC749A-C78C-D818-FC13-63A29246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620" y="2307877"/>
              <a:ext cx="1356439" cy="19480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486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 dirty="0"/>
              <a:t>Erstellen eines Logins (Windows)	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r>
              <a:rPr lang="de-DE" dirty="0"/>
              <a:t>Donald ist Mitglied der Domäne.</a:t>
            </a:r>
          </a:p>
          <a:p>
            <a:r>
              <a:rPr lang="de-DE" dirty="0"/>
              <a:t>Donald ist eindeutig durch seine SID zu identifizieren.</a:t>
            </a:r>
          </a:p>
          <a:p>
            <a:r>
              <a:rPr lang="de-DE" dirty="0"/>
              <a:t>Donald benötigt einen Login für den Zugriff auf Microsoft SQL-Server.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3617992-D527-A4A5-34A6-D1062E8EB967}"/>
              </a:ext>
            </a:extLst>
          </p:cNvPr>
          <p:cNvGrpSpPr/>
          <p:nvPr/>
        </p:nvGrpSpPr>
        <p:grpSpPr>
          <a:xfrm>
            <a:off x="624418" y="1825629"/>
            <a:ext cx="5547782" cy="2887482"/>
            <a:chOff x="624418" y="1825629"/>
            <a:chExt cx="5547782" cy="2887482"/>
          </a:xfrm>
        </p:grpSpPr>
        <p:sp>
          <p:nvSpPr>
            <p:cNvPr id="16" name="Rechteck 15"/>
            <p:cNvSpPr/>
            <p:nvPr/>
          </p:nvSpPr>
          <p:spPr>
            <a:xfrm>
              <a:off x="624418" y="1825629"/>
              <a:ext cx="5547782" cy="2887482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2286004" y="2144893"/>
              <a:ext cx="37846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PERSONALAUSWEIS</a:t>
              </a:r>
            </a:p>
            <a:p>
              <a:endParaRPr lang="de-DE" dirty="0"/>
            </a:p>
            <a:p>
              <a:r>
                <a:rPr lang="de-DE" sz="1600" dirty="0"/>
                <a:t>Donald Duck</a:t>
              </a:r>
            </a:p>
            <a:p>
              <a:r>
                <a:rPr lang="de-DE" sz="1600" dirty="0"/>
                <a:t>Entengasse 10</a:t>
              </a:r>
            </a:p>
            <a:p>
              <a:endParaRPr lang="de-DE" sz="1600" dirty="0"/>
            </a:p>
            <a:p>
              <a:r>
                <a:rPr lang="de-DE" sz="1600" dirty="0"/>
                <a:t>12345 Entenhausen</a:t>
              </a:r>
            </a:p>
            <a:p>
              <a:endParaRPr lang="de-DE" dirty="0"/>
            </a:p>
            <a:p>
              <a:r>
                <a:rPr lang="de-DE" sz="1400" b="1" dirty="0"/>
                <a:t>0x010500000000000515000000F90DD5F…</a:t>
              </a:r>
            </a:p>
          </p:txBody>
        </p:sp>
        <p:pic>
          <p:nvPicPr>
            <p:cNvPr id="18" name="Inhaltsplatzhalter 6">
              <a:extLst>
                <a:ext uri="{FF2B5EF4-FFF2-40B4-BE49-F238E27FC236}">
                  <a16:creationId xmlns:a16="http://schemas.microsoft.com/office/drawing/2014/main" id="{FD32BEE7-9206-4AE1-B31D-DF5FD72DA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620" y="2307877"/>
              <a:ext cx="1356439" cy="19480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352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624418" y="1825629"/>
            <a:ext cx="5547782" cy="2887482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 dirty="0"/>
              <a:t>Schlüsselübergabe durch Eigentümer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26E20A0-2402-55F6-D24B-74E1D336D7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Daisy besitzt keinen BPA.</a:t>
            </a:r>
          </a:p>
          <a:p>
            <a:r>
              <a:rPr lang="de-DE" dirty="0"/>
              <a:t>Da Daisy nicht eindeutig identifizierbar ist, muss der Eigentümer des Hauses selbst einen Zugang für Daisy erzeugen.</a:t>
            </a:r>
          </a:p>
          <a:p>
            <a:r>
              <a:rPr lang="de-DE" dirty="0"/>
              <a:t>Damit erhält Daisy automatisch einen Schlüssel für den Zugang zum Haus!</a:t>
            </a:r>
          </a:p>
          <a:p>
            <a:endParaRPr lang="en-US" dirty="0"/>
          </a:p>
        </p:txBody>
      </p:sp>
      <p:sp>
        <p:nvSpPr>
          <p:cNvPr id="8" name="Textfeld 7"/>
          <p:cNvSpPr txBox="1"/>
          <p:nvPr/>
        </p:nvSpPr>
        <p:spPr>
          <a:xfrm>
            <a:off x="2286004" y="2144893"/>
            <a:ext cx="3784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Arobic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-Club Lahme Ente!</a:t>
            </a:r>
          </a:p>
          <a:p>
            <a:endParaRPr lang="de-DE" dirty="0"/>
          </a:p>
          <a:p>
            <a:r>
              <a:rPr lang="de-DE" sz="1600" dirty="0"/>
              <a:t>Daisy Duck</a:t>
            </a:r>
          </a:p>
          <a:p>
            <a:r>
              <a:rPr lang="de-DE" sz="1600" dirty="0"/>
              <a:t>Entengasse 12</a:t>
            </a:r>
          </a:p>
          <a:p>
            <a:endParaRPr lang="de-DE" sz="1600" dirty="0"/>
          </a:p>
          <a:p>
            <a:r>
              <a:rPr lang="de-DE" sz="1600" dirty="0"/>
              <a:t>12345 Entenhausen</a:t>
            </a:r>
          </a:p>
          <a:p>
            <a:endParaRPr lang="de-DE" dirty="0"/>
          </a:p>
          <a:p>
            <a:r>
              <a:rPr lang="de-DE" sz="1400" b="1" dirty="0"/>
              <a:t>0xB8BF828021847B48ADFA62FD6B40E78E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8" y="2209185"/>
            <a:ext cx="1904762" cy="1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32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624418" y="1825629"/>
            <a:ext cx="5547782" cy="2887482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 dirty="0"/>
              <a:t>Schlüsselübergabe durch Eigentümer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24F5222-165B-7E62-6BE9-C527E7BCBE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Für Daisy wird in SQL-Server ein Konto angelegt.</a:t>
            </a:r>
          </a:p>
          <a:p>
            <a:r>
              <a:rPr lang="de-DE" dirty="0"/>
              <a:t>Dieses Konto ist nur für den SQL-Server gültig</a:t>
            </a:r>
          </a:p>
          <a:p>
            <a:endParaRPr lang="en-US" dirty="0"/>
          </a:p>
        </p:txBody>
      </p:sp>
      <p:sp>
        <p:nvSpPr>
          <p:cNvPr id="8" name="Textfeld 7"/>
          <p:cNvSpPr txBox="1"/>
          <p:nvPr/>
        </p:nvSpPr>
        <p:spPr>
          <a:xfrm>
            <a:off x="2286004" y="2144893"/>
            <a:ext cx="3784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Arobic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-Club Lahme Ente!</a:t>
            </a:r>
          </a:p>
          <a:p>
            <a:endParaRPr lang="de-DE" dirty="0"/>
          </a:p>
          <a:p>
            <a:r>
              <a:rPr lang="de-DE" sz="1600" dirty="0"/>
              <a:t>Daisy Duck</a:t>
            </a:r>
          </a:p>
          <a:p>
            <a:r>
              <a:rPr lang="de-DE" sz="1600" dirty="0"/>
              <a:t>Entengasse 12</a:t>
            </a:r>
          </a:p>
          <a:p>
            <a:endParaRPr lang="de-DE" sz="1600" dirty="0"/>
          </a:p>
          <a:p>
            <a:r>
              <a:rPr lang="de-DE" sz="1600" dirty="0"/>
              <a:t>12345 Entenhausen</a:t>
            </a:r>
          </a:p>
          <a:p>
            <a:endParaRPr lang="de-DE" dirty="0"/>
          </a:p>
          <a:p>
            <a:r>
              <a:rPr lang="de-DE" sz="1400" b="1" dirty="0"/>
              <a:t>0xB8BF828021847B48ADFA62FD6B40E78E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8" y="2209185"/>
            <a:ext cx="1904762" cy="1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05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/>
          <a:p>
            <a:r>
              <a:rPr lang="de-DE" dirty="0"/>
              <a:t>Zugang </a:t>
            </a:r>
            <a:r>
              <a:rPr lang="de-DE"/>
              <a:t>zum ehrenwerten </a:t>
            </a:r>
            <a:r>
              <a:rPr lang="de-DE" dirty="0"/>
              <a:t>Haus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958" y="2886075"/>
            <a:ext cx="5000625" cy="1085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nhaltsplatzhalt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18" y="1696332"/>
            <a:ext cx="2922814" cy="4129055"/>
          </a:xfrm>
          <a:prstGeom prst="rect">
            <a:avLst/>
          </a:prstGeom>
        </p:spPr>
      </p:pic>
      <p:sp>
        <p:nvSpPr>
          <p:cNvPr id="10" name="Textfeld 9"/>
          <p:cNvSpPr txBox="1"/>
          <p:nvPr/>
        </p:nvSpPr>
        <p:spPr>
          <a:xfrm>
            <a:off x="623888" y="5836355"/>
            <a:ext cx="2926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/>
              <a:t>SQLServer</a:t>
            </a:r>
            <a:endParaRPr lang="de-DE" b="1" dirty="0"/>
          </a:p>
        </p:txBody>
      </p:sp>
      <p:sp>
        <p:nvSpPr>
          <p:cNvPr id="11" name="Rechteck 10"/>
          <p:cNvSpPr/>
          <p:nvPr/>
        </p:nvSpPr>
        <p:spPr>
          <a:xfrm>
            <a:off x="623888" y="5418667"/>
            <a:ext cx="600956" cy="401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4690532" y="2886076"/>
            <a:ext cx="1298223" cy="1085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KEY</a:t>
            </a:r>
          </a:p>
        </p:txBody>
      </p:sp>
      <p:cxnSp>
        <p:nvCxnSpPr>
          <p:cNvPr id="14" name="Gerade Verbindung mit Pfeil 13"/>
          <p:cNvCxnSpPr>
            <a:stCxn id="6" idx="1"/>
            <a:endCxn id="12" idx="3"/>
          </p:cNvCxnSpPr>
          <p:nvPr/>
        </p:nvCxnSpPr>
        <p:spPr>
          <a:xfrm flipH="1">
            <a:off x="5988755" y="3429000"/>
            <a:ext cx="57820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/>
          <p:cNvCxnSpPr>
            <a:cxnSpLocks/>
            <a:stCxn id="12" idx="1"/>
            <a:endCxn id="9" idx="3"/>
          </p:cNvCxnSpPr>
          <p:nvPr/>
        </p:nvCxnSpPr>
        <p:spPr>
          <a:xfrm rot="10800000" flipV="1">
            <a:off x="3547232" y="3429000"/>
            <a:ext cx="1143300" cy="331859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99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7AA51-4BCD-4BDC-8A2B-F6E5EC8E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 dirty="0"/>
              <a:t>Rollenverteilung für das Haus (Serverrollen)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9C2950-08DB-4A0A-94A2-1AD87500A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>
            <a:normAutofit lnSpcReduction="10000"/>
          </a:bodyPr>
          <a:lstStyle/>
          <a:p>
            <a:r>
              <a:rPr lang="de-DE" dirty="0"/>
              <a:t>SQL-Server stellt Serverrollen bereit, um Berechtigungen auf einem Server zu konfigurieren.</a:t>
            </a:r>
          </a:p>
          <a:p>
            <a:r>
              <a:rPr lang="de-DE" dirty="0"/>
              <a:t>Der Geltungsbereich der Berechtigungen von Rollen auf Serverebene erstreckt sich auf den gesamten Server.</a:t>
            </a:r>
          </a:p>
          <a:p>
            <a:r>
              <a:rPr lang="de-DE" dirty="0"/>
              <a:t>SQL-Server verwendet neun feste Serverrollen, deren Berechtigungen nicht geändert werden können.</a:t>
            </a:r>
          </a:p>
          <a:p>
            <a:r>
              <a:rPr lang="de-DE" dirty="0"/>
              <a:t>Ab SQL-Server 2012 (11.x) können benutzerdefinierte Serverrollen erstellet werden.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C8939FCC-4AD3-4B90-A83F-CA61220AFE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45320" y="2663396"/>
            <a:ext cx="2438611" cy="2575783"/>
          </a:xfrm>
        </p:spPr>
      </p:pic>
    </p:spTree>
    <p:extLst>
      <p:ext uri="{BB962C8B-B14F-4D97-AF65-F5344CB8AC3E}">
        <p14:creationId xmlns:p14="http://schemas.microsoft.com/office/powerpoint/2010/main" val="720703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1357A59-C8BB-4A92-AB3E-9B60392D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/>
          <a:p>
            <a:r>
              <a:rPr lang="de-DE" dirty="0"/>
              <a:t>Eigentümer des Hauses (</a:t>
            </a:r>
            <a:r>
              <a:rPr lang="de-DE" dirty="0" err="1"/>
              <a:t>sysadmin</a:t>
            </a:r>
            <a:r>
              <a:rPr lang="de-DE" dirty="0"/>
              <a:t>)</a:t>
            </a:r>
          </a:p>
        </p:txBody>
      </p:sp>
      <p:pic>
        <p:nvPicPr>
          <p:cNvPr id="1026" name="Picture 2" descr="fixed_server_role_permissions">
            <a:extLst>
              <a:ext uri="{FF2B5EF4-FFF2-40B4-BE49-F238E27FC236}">
                <a16:creationId xmlns:a16="http://schemas.microsoft.com/office/drawing/2014/main" id="{9F2E2F4F-BA85-47EB-9417-3A7282DF4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" y="1644361"/>
            <a:ext cx="7206701" cy="455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37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/>
          <a:lstStyle/>
          <a:p>
            <a:r>
              <a:rPr lang="de-DE" dirty="0"/>
              <a:t>Zutritt in die Wohnung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/>
          <a:lstStyle/>
          <a:p>
            <a:r>
              <a:rPr lang="de-DE" dirty="0"/>
              <a:t>Jede Datenbank in einem SQL-Server ist eine separate Wohnung</a:t>
            </a:r>
          </a:p>
          <a:p>
            <a:r>
              <a:rPr lang="de-DE" dirty="0"/>
              <a:t>Nur, weil ein Schlüssel für das Haus existiert, kann ich nicht in jede Wohnung eintreten!</a:t>
            </a:r>
          </a:p>
          <a:p>
            <a:r>
              <a:rPr lang="de-DE" dirty="0"/>
              <a:t>Um eine Wohnung betreten zu können, benötige ich einen zweiten Schlüssel</a:t>
            </a:r>
          </a:p>
          <a:p>
            <a:r>
              <a:rPr lang="de-DE" dirty="0"/>
              <a:t>Alternativ bin ich Eigentümer der Wohnung (ETW) und habe uneingeschränkten Zugang zur Wohnung!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03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D65C304-389D-4CC2-A126-A2655B2B4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 dirty="0"/>
              <a:t>Rollenverteilung für die Wohnung</a:t>
            </a:r>
            <a:br>
              <a:rPr lang="de-DE" dirty="0"/>
            </a:br>
            <a:r>
              <a:rPr lang="de-DE" dirty="0"/>
              <a:t>(Datenbankrollen)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9462302-D7CC-4D25-B872-851B9DD85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>
            <a:normAutofit lnSpcReduction="10000"/>
          </a:bodyPr>
          <a:lstStyle/>
          <a:p>
            <a:r>
              <a:rPr lang="de-DE" dirty="0"/>
              <a:t>Zur einfachen Verwaltung der Berechtigungen in den Datenbanken stellt SQL-Server mehrere Rollen zur Verfügung.  Der Geltungsbereich der Berechtigungen von Rollen auf Datenbankebene erstreckt sich auf die gesamte Datenbank.</a:t>
            </a:r>
          </a:p>
          <a:p>
            <a:r>
              <a:rPr lang="de-DE" dirty="0"/>
              <a:t>Es gibt zwei Typen von Rollen auf Datenbankebene:</a:t>
            </a:r>
          </a:p>
          <a:p>
            <a:pPr lvl="1"/>
            <a:r>
              <a:rPr lang="de-DE" dirty="0"/>
              <a:t>feste Datenbankrollen</a:t>
            </a:r>
          </a:p>
          <a:p>
            <a:pPr lvl="1"/>
            <a:r>
              <a:rPr lang="de-DE" dirty="0"/>
              <a:t>benutzerdefinierte Datenbankrollen</a:t>
            </a:r>
          </a:p>
          <a:p>
            <a:r>
              <a:rPr lang="de-DE" dirty="0"/>
              <a:t>Mitglieder der Datenbankrolle </a:t>
            </a:r>
            <a:r>
              <a:rPr lang="de-DE" dirty="0" err="1"/>
              <a:t>db_owner</a:t>
            </a:r>
            <a:r>
              <a:rPr lang="de-DE" dirty="0"/>
              <a:t> können die Mitgliedschaft von festen Datenbankrollen ändern.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658124F-D3C4-4C59-BEA3-142C4D7CFA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16700" y="2008019"/>
            <a:ext cx="2895851" cy="3886537"/>
          </a:xfr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DEE084E-A47A-4FFD-B397-3BEE5F3AF576}"/>
              </a:ext>
            </a:extLst>
          </p:cNvPr>
          <p:cNvSpPr/>
          <p:nvPr/>
        </p:nvSpPr>
        <p:spPr>
          <a:xfrm>
            <a:off x="7115695" y="2660073"/>
            <a:ext cx="2618509" cy="19285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027D740-0608-4ACA-BAC1-0C5DF944D135}"/>
              </a:ext>
            </a:extLst>
          </p:cNvPr>
          <p:cNvSpPr/>
          <p:nvPr/>
        </p:nvSpPr>
        <p:spPr>
          <a:xfrm>
            <a:off x="7112924" y="4646815"/>
            <a:ext cx="2618509" cy="15392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3F9A160-7F26-4240-8563-D6D142C4EF90}"/>
              </a:ext>
            </a:extLst>
          </p:cNvPr>
          <p:cNvSpPr/>
          <p:nvPr/>
        </p:nvSpPr>
        <p:spPr>
          <a:xfrm>
            <a:off x="9942022" y="2660073"/>
            <a:ext cx="1986742" cy="76892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Feste Datenbankrollen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A44B9A3-66E9-422C-AC48-5528F2ED3182}"/>
              </a:ext>
            </a:extLst>
          </p:cNvPr>
          <p:cNvSpPr/>
          <p:nvPr/>
        </p:nvSpPr>
        <p:spPr>
          <a:xfrm>
            <a:off x="9942022" y="4588639"/>
            <a:ext cx="1986742" cy="7689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Benutzerdef</a:t>
            </a:r>
            <a:r>
              <a:rPr lang="de-DE" b="1" dirty="0"/>
              <a:t>. Datenbankrollen</a:t>
            </a:r>
          </a:p>
        </p:txBody>
      </p:sp>
    </p:spTree>
    <p:extLst>
      <p:ext uri="{BB962C8B-B14F-4D97-AF65-F5344CB8AC3E}">
        <p14:creationId xmlns:p14="http://schemas.microsoft.com/office/powerpoint/2010/main" val="1044324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/>
          <a:p>
            <a:r>
              <a:rPr lang="de-DE"/>
              <a:t>Schemata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>
            <a:normAutofit/>
          </a:bodyPr>
          <a:lstStyle/>
          <a:p>
            <a:r>
              <a:rPr lang="de-DE" dirty="0"/>
              <a:t>Ein Schema ist das </a:t>
            </a:r>
            <a:r>
              <a:rPr lang="de-DE"/>
              <a:t>Zimmer einer </a:t>
            </a:r>
            <a:r>
              <a:rPr lang="de-DE" dirty="0"/>
              <a:t>Wohnung!</a:t>
            </a:r>
          </a:p>
          <a:p>
            <a:r>
              <a:rPr lang="de-DE" dirty="0"/>
              <a:t>Ein Schema ist ein Container für Objekte.</a:t>
            </a:r>
          </a:p>
          <a:p>
            <a:r>
              <a:rPr lang="de-DE" dirty="0"/>
              <a:t>In einem einzelnen Schema können Objekte enthalten sein, die im Besitz unterschiedlicher Benutzer sind.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3147" y="1557338"/>
            <a:ext cx="6242477" cy="4279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1584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C3129-FA15-4747-A912-452F5885D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/>
          <a:lstStyle/>
          <a:p>
            <a:r>
              <a:rPr lang="de-DE" dirty="0"/>
              <a:t>So, raus </a:t>
            </a:r>
            <a:r>
              <a:rPr lang="de-DE"/>
              <a:t>jetzt!</a:t>
            </a:r>
            <a:br>
              <a:rPr lang="de-DE"/>
            </a:br>
            <a:r>
              <a:rPr lang="de-DE"/>
              <a:t>Haus </a:t>
            </a:r>
            <a:r>
              <a:rPr lang="de-DE" dirty="0"/>
              <a:t>wird abgerissen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01A20A9F-C500-42DF-BD55-16DA14836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>
            <a:normAutofit/>
          </a:bodyPr>
          <a:lstStyle/>
          <a:p>
            <a:r>
              <a:rPr lang="de-DE" dirty="0"/>
              <a:t>Vielen Dank für Eure Aufmerksamkeit</a:t>
            </a:r>
          </a:p>
          <a:p>
            <a:endParaRPr lang="de-DE" dirty="0"/>
          </a:p>
          <a:p>
            <a:r>
              <a:rPr lang="de-DE" dirty="0"/>
              <a:t>Uwe Ricken</a:t>
            </a:r>
          </a:p>
          <a:p>
            <a:r>
              <a:rPr lang="de-DE" b="1" dirty="0" err="1">
                <a:solidFill>
                  <a:schemeClr val="accent1">
                    <a:lumMod val="50000"/>
                  </a:schemeClr>
                </a:solidFill>
              </a:rPr>
              <a:t>db</a:t>
            </a:r>
            <a:r>
              <a:rPr lang="de-DE" dirty="0"/>
              <a:t> Berater GmbH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8843492"/>
      </p:ext>
    </p:extLst>
  </p:cSld>
  <p:clrMapOvr>
    <a:masterClrMapping/>
  </p:clrMapOvr>
</p:sld>
</file>

<file path=ppt/theme/theme1.xml><?xml version="1.0" encoding="utf-8"?>
<a:theme xmlns:a="http://schemas.openxmlformats.org/drawingml/2006/main" name="2_SQLKonferenz_PPT_Vorlage_16zu9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-gmbh.potx" id="{AD397B56-4898-4AF3-9AB9-03EEE42D085F}" vid="{01EE57B7-82FE-4A4F-A06B-31462649C88F}"/>
    </a:ext>
  </a:extLst>
</a:theme>
</file>

<file path=ppt/theme/theme2.xml><?xml version="1.0" encoding="utf-8"?>
<a:theme xmlns:a="http://schemas.openxmlformats.org/drawingml/2006/main" name="1_db-berater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" id="{A415B4FD-AA9B-4461-AC2B-36ED5617A0E3}" vid="{018F950C-F5FA-4D6B-B0C1-0DCF0BD0511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736</Words>
  <Application>Microsoft Office PowerPoint</Application>
  <PresentationFormat>Breitbild</PresentationFormat>
  <Paragraphs>119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Arial</vt:lpstr>
      <vt:lpstr>Calibri</vt:lpstr>
      <vt:lpstr>Lucida Console</vt:lpstr>
      <vt:lpstr>Segoe UI</vt:lpstr>
      <vt:lpstr>2_SQLKonferenz_PPT_Vorlage_16zu9</vt:lpstr>
      <vt:lpstr>1_db-berater</vt:lpstr>
      <vt:lpstr>SQL-Server Security Grundlagen für Entwickler</vt:lpstr>
      <vt:lpstr>Uwe Ricken db Berater GmbH</vt:lpstr>
      <vt:lpstr>Agenda</vt:lpstr>
      <vt:lpstr>Nomenklatur</vt:lpstr>
      <vt:lpstr>Das ehrenwerte Haus (Server)</vt:lpstr>
      <vt:lpstr>Schlüsselübergabe durch Personalausweis</vt:lpstr>
      <vt:lpstr>Erstellen eines Logins (Windows) </vt:lpstr>
      <vt:lpstr>Schlüsselübergabe durch Eigentümer</vt:lpstr>
      <vt:lpstr>Schlüsselübergabe durch Eigentümer</vt:lpstr>
      <vt:lpstr>Zugang zum ehrenwerten Haus</vt:lpstr>
      <vt:lpstr>Rollenverteilung für das Haus (Serverrollen)</vt:lpstr>
      <vt:lpstr>Eigentümer des Hauses (sysadmin)</vt:lpstr>
      <vt:lpstr>Zutritt in die Wohnung</vt:lpstr>
      <vt:lpstr>Rollenverteilung für die Wohnung (Datenbankrollen)</vt:lpstr>
      <vt:lpstr>Schemata</vt:lpstr>
      <vt:lpstr>So, raus jetzt! Haus wird abgerissen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Security</dc:title>
  <dc:creator>Uwe Ricken</dc:creator>
  <cp:lastModifiedBy>Uwe Ricken</cp:lastModifiedBy>
  <cp:revision>40</cp:revision>
  <dcterms:created xsi:type="dcterms:W3CDTF">2017-05-02T12:42:37Z</dcterms:created>
  <dcterms:modified xsi:type="dcterms:W3CDTF">2026-04-09T03:42:39Z</dcterms:modified>
</cp:coreProperties>
</file>